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presentation explains a Python program with two main classes. One class checks parentheses. The other class prints messages about the check. I will show how the classes work together and then run the program.</a:t>
            </a:r>
          </a:p>
          <a:p>
            <a:endParaRPr/>
          </a:p>
          <a:p>
            <a:r>
              <a:t>Source: the supplied LoggingLab1_Report.docx, submission date 30 October 2026. Gorbatyi Dmitriy, FAF-253. Based on the current LoggingLab1 implementation.</a:t>
            </a:r>
          </a:p>
          <a:p>
            <a:r>
              <a:t>Report: cover and section 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Logger and ParenthesesValidator have different jobs. The validator checks the string. When an event happens, it calls a method of its logger. For example, it calls info when it finds a pair. The validator has a Logger object. It does not inherit from Logger.</a:t>
            </a:r>
          </a:p>
          <a:p>
            <a:endParaRPr/>
          </a:p>
          <a:p>
            <a:r>
              <a:t>Source: the supplied LoggingLab1_Report.docx, submission date 30 October 2026. Gorbatyi Dmitriy, FAF-253. Based on the current LoggingLab1 implementation.</a:t>
            </a:r>
          </a:p>
          <a:p>
            <a:r>
              <a:t>Report: sections 1, 2 and 4. Code: Logger and ParenthesesValidator classes.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class describes objects. Here, first and second are two Logger objects. Each object has its own name. The level and format belong to the class, so all logger objects share them. Changing the class level affects both objects. The setters use classmethod and receive the class as cls.</a:t>
            </a:r>
          </a:p>
          <a:p>
            <a:endParaRPr/>
          </a:p>
          <a:p>
            <a:r>
              <a:t>Source: the supplied LoggingLab1_Report.docx, submission date 30 October 2026. Gorbatyi Dmitriy, FAF-253. Based on the current LoggingLab1 implementation.</a:t>
            </a:r>
          </a:p>
          <a:p>
            <a:r>
              <a:t>Report: sections 2 and 3. Code: Logger.__init__, set_level and set_format.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TRACE gives small details. INFO shows normal events and results. WARN reports a suspicious situation. ERROR reports invalid input. The numbers make comparison easy. If the message level is lower than the setting, log returns without printing it. Hiding messages does not change the Boolean answer.</a:t>
            </a:r>
          </a:p>
          <a:p>
            <a:endParaRPr/>
          </a:p>
          <a:p>
            <a:r>
              <a:t>Source: the supplied LoggingLab1_Report.docx, submission date 30 October 2026. Gorbatyi Dmitriy, FAF-253. Based on the current LoggingLab1 implementation.</a:t>
            </a:r>
          </a:p>
          <a:p>
            <a:r>
              <a:t>Report: section 4. Code: LogLevel and Logger.log.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format is a text template. The logger replaces the placeholders with values. Other characters stay in place. For example, percent l becomes INFO. Percent n becomes the logger name. The bonus placeholder is percent r. It chooses a phrase from the set for the current message level.</a:t>
            </a:r>
          </a:p>
          <a:p>
            <a:endParaRPr/>
          </a:p>
          <a:p>
            <a:r>
              <a:t>Source: the supplied LoggingLab1_Report.docx, submission date 30 October 2026. Gorbatyi Dmitriy, FAF-253. Based on the current LoggingLab1 implementation.</a:t>
            </a:r>
          </a:p>
          <a:p>
            <a:r>
              <a:t>Report: section 4. Code: Logger.log and _random_messages. The output here is a format example.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counter starts at zero. In this example, the first two symbols open two parentheses. The next two symbols close them, so the counter returns to zero. If a closing symbol appears when the counter is zero, the input is invalid. If the counter is above zero at the end, some opening parentheses remain unclosed.</a:t>
            </a:r>
          </a:p>
          <a:p>
            <a:endParaRPr/>
          </a:p>
          <a:p>
            <a:r>
              <a:t>Source: the supplied LoggingLab1_Report.docx, submission date 30 October 2026. Gorbatyi Dmitriy, FAF-253. Based on the current LoggingLab1 implementation.</a:t>
            </a:r>
          </a:p>
          <a:p>
            <a:r>
              <a:t>Report: section 5. Code: ParenthesesValidator.isValid.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valid input, TRACE records an opening parenthesis. INFO records a matching pair and the final result. For invalid input, ERROR prints the original string and the reason. This slide shows the required events. The invalid example also produces TRACE and INFO lines, which are omitted here to focus on the error. The program also uses WARN for a closing parenthesis without a match.</a:t>
            </a:r>
          </a:p>
          <a:p>
            <a:endParaRPr/>
          </a:p>
          <a:p>
            <a:r>
              <a:t>Source: the supplied LoggingLab1_Report.docx, submission date 30 October 2026. Gorbatyi Dmitriy, FAF-253. Based on the current LoggingLab1 implementation.</a:t>
            </a:r>
          </a:p>
          <a:p>
            <a:r>
              <a:t>Report: section 5. Code: isValid with format [%l] %n: %m. Error text follows the current main.py.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four required examples gave the expected answers. A separate test suite passed eight tests. It checked filtering, formatting and shared settings. It also compared all parentheses strings of length zero through eight with a second algorithm that uses a stack. The input close-open is important because equal counts alone do not prove correct order.</a:t>
            </a:r>
          </a:p>
          <a:p>
            <a:endParaRPr/>
          </a:p>
          <a:p>
            <a:r>
              <a:t>Source: the supplied LoggingLab1_Report.docx, submission date 30 October 2026. Gorbatyi Dmitriy, FAF-253. Based on the current LoggingLab1 implementation.</a:t>
            </a:r>
          </a:p>
          <a:p>
            <a:r>
              <a:t>Report: section 5 and Table 5.1. Validation suite: test_main.py, run against LoggingLab1/main.py.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Python 3 must be installed before running START.cmd. I can now show a correct input and two incorrect inputs. The messages explain the results. The main design idea is separation of responsibilities. A useful next step would be writing logs to a file so previous results can be reviewed later. The current version prints to the console only.</a:t>
            </a:r>
          </a:p>
          <a:p>
            <a:endParaRPr/>
          </a:p>
          <a:p>
            <a:r>
              <a:t>Source: the supplied LoggingLab1_Report.docx, submission date 30 October 2026. Gorbatyi Dmitriy, FAF-253. Based on the current LoggingLab1 implementation.</a:t>
            </a:r>
          </a:p>
          <a:p>
            <a:r>
              <a:t>Report: sections 1 and 6. Code: START.cmd and try_it.py.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A324B54-1ED5-4C80-9D05-E45E5D0355E1}"/>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BCF7FCB3-45E2-4FD8-A52D-0EE9F352B3E3}"/>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C7CC9514-0D31-422B-9D71-92C4C3CF211A}"/>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2956DDE-7FD4-4751-88F0-12DB2311BD0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A1EA7BBD-764C-4BA0-9059-D285A1C1296F}"/>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FC652050-2A3A-432A-A5D6-9CA2BB4D3E7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84CB7A72-CF67-4590-BD7F-2F4CD0D6A876}"/>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0607E96C-F57D-4D0F-B982-56A45FDB5421}"/>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53C377F-9AFE-4603-ACD3-306DA4C7F50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E8F6EF94-3D60-4810-9A2C-79C89C88E19A}"/>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2D48"/>
        </a:solidFill>
        <a:effectLst/>
      </p:bgPr>
    </p:bg>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A175ABEC-EA94-4A36-9716-C7BD509E3896}"/>
              </a:ext>
            </a:extLst>
          </p:cNvPr>
          <p:cNvSpPr>
            <a:spLocks noGrp="1"/>
          </p:cNvSpPr>
          <p:nvPr/>
        </p:nvSpPr>
        <p:spPr>
          <a:xfrm>
            <a:off x="11125200" y="6343650"/>
            <a:ext cx="533400" cy="266700"/>
          </a:xfrm>
          <a:prstGeom prst="rect">
            <a:avLst/>
          </a:prstGeom>
          <a:noFill/>
          <a:ln w="0">
            <a:noFill/>
          </a:ln>
        </p:spPr>
        <p:txBody>
          <a:bodyPr/>
          <a:lstStyle>
            <a:defPPr>
              <a:defRPr sz="1350" b="0">
                <a:solidFill>
                  <a:srgbClr val="BCD0DE"/>
                </a:solidFill>
              </a:defRPr>
            </a:defPPr>
            <a:lvl1pPr>
              <a:buNone/>
              <a:defRPr sz="1350" b="0">
                <a:solidFill>
                  <a:srgbClr val="BCD0DE"/>
                </a:solidFill>
              </a:defRPr>
            </a:lvl1pPr>
            <a:lvl2pPr>
              <a:buNone/>
              <a:defRPr sz="1350" b="0">
                <a:solidFill>
                  <a:srgbClr val="BCD0DE"/>
                </a:solidFill>
              </a:defRPr>
            </a:lvl2pPr>
            <a:lvl3pPr>
              <a:buNone/>
              <a:defRPr sz="1350" b="0">
                <a:solidFill>
                  <a:srgbClr val="BCD0DE"/>
                </a:solidFill>
              </a:defRPr>
            </a:lvl3pPr>
            <a:lvl4pPr>
              <a:buNone/>
              <a:defRPr sz="1350" b="0">
                <a:solidFill>
                  <a:srgbClr val="BCD0DE"/>
                </a:solidFill>
              </a:defRPr>
            </a:lvl4pPr>
            <a:lvl5pPr>
              <a:buNone/>
              <a:defRPr sz="1350" b="0">
                <a:solidFill>
                  <a:srgbClr val="BCD0DE"/>
                </a:solidFill>
              </a:defRPr>
            </a:lvl5pPr>
            <a:lvl6pPr>
              <a:buNone/>
              <a:defRPr sz="1350" b="0">
                <a:solidFill>
                  <a:srgbClr val="BCD0DE"/>
                </a:solidFill>
              </a:defRPr>
            </a:lvl6pPr>
            <a:lvl7pPr>
              <a:buNone/>
              <a:defRPr sz="1350" b="0">
                <a:solidFill>
                  <a:srgbClr val="BCD0DE"/>
                </a:solidFill>
              </a:defRPr>
            </a:lvl7pPr>
            <a:lvl8pPr>
              <a:buNone/>
              <a:defRPr sz="1350" b="0">
                <a:solidFill>
                  <a:srgbClr val="BCD0DE"/>
                </a:solidFill>
              </a:defRPr>
            </a:lvl8pPr>
            <a:lvl9pPr>
              <a:buNone/>
              <a:defRPr sz="1350" b="0">
                <a:solidFill>
                  <a:srgbClr val="BCD0DE"/>
                </a:solidFill>
              </a:defRPr>
            </a:lvl9pPr>
          </a:lstStyle>
          <a:p>
            <a:pPr>
              <a:buNone/>
              <a:defRPr sz="1350" b="0">
                <a:solidFill>
                  <a:srgbClr val="BCD0DE"/>
                </a:solidFill>
              </a:defRPr>
            </a:pPr>
            <a:r>
              <a:rPr sz="1350" b="0">
                <a:solidFill>
                  <a:srgbClr val="BCD0DE"/>
                </a:solidFill>
              </a:rPr>
              <a:t>01</a:t>
            </a:r>
          </a:p>
        </p:txBody>
      </p:sp>
      <p:sp>
        <p:nvSpPr>
          <p:cNvPr id="3" name="Прямоугольник 2">
            <a:extLst>
              <a:ext uri="{FF2B5EF4-FFF2-40B4-BE49-F238E27FC236}">
                <a16:creationId xmlns:a16="http://schemas.microsoft.com/office/drawing/2014/main" id="{372167AF-39F8-4B99-BB49-93468DBE3D4E}"/>
              </a:ext>
            </a:extLst>
          </p:cNvPr>
          <p:cNvSpPr>
            <a:spLocks noGrp="1"/>
          </p:cNvSpPr>
          <p:nvPr/>
        </p:nvSpPr>
        <p:spPr>
          <a:xfrm>
            <a:off x="685800" y="781050"/>
            <a:ext cx="9525000" cy="419100"/>
          </a:xfrm>
          <a:prstGeom prst="rect">
            <a:avLst/>
          </a:prstGeom>
          <a:noFill/>
          <a:ln w="0">
            <a:noFill/>
          </a:ln>
        </p:spPr>
        <p:txBody>
          <a:bodyPr/>
          <a:lstStyle>
            <a:defPPr>
              <a:defRPr sz="2100" b="0">
                <a:solidFill>
                  <a:srgbClr val="BCD0DE"/>
                </a:solidFill>
              </a:defRPr>
            </a:defPPr>
            <a:lvl1pPr>
              <a:buNone/>
              <a:defRPr sz="2100" b="0">
                <a:solidFill>
                  <a:srgbClr val="BCD0DE"/>
                </a:solidFill>
              </a:defRPr>
            </a:lvl1pPr>
            <a:lvl2pPr>
              <a:buNone/>
              <a:defRPr sz="2100" b="0">
                <a:solidFill>
                  <a:srgbClr val="BCD0DE"/>
                </a:solidFill>
              </a:defRPr>
            </a:lvl2pPr>
            <a:lvl3pPr>
              <a:buNone/>
              <a:defRPr sz="2100" b="0">
                <a:solidFill>
                  <a:srgbClr val="BCD0DE"/>
                </a:solidFill>
              </a:defRPr>
            </a:lvl3pPr>
            <a:lvl4pPr>
              <a:buNone/>
              <a:defRPr sz="2100" b="0">
                <a:solidFill>
                  <a:srgbClr val="BCD0DE"/>
                </a:solidFill>
              </a:defRPr>
            </a:lvl4pPr>
            <a:lvl5pPr>
              <a:buNone/>
              <a:defRPr sz="2100" b="0">
                <a:solidFill>
                  <a:srgbClr val="BCD0DE"/>
                </a:solidFill>
              </a:defRPr>
            </a:lvl5pPr>
            <a:lvl6pPr>
              <a:buNone/>
              <a:defRPr sz="2100" b="0">
                <a:solidFill>
                  <a:srgbClr val="BCD0DE"/>
                </a:solidFill>
              </a:defRPr>
            </a:lvl6pPr>
            <a:lvl7pPr>
              <a:buNone/>
              <a:defRPr sz="2100" b="0">
                <a:solidFill>
                  <a:srgbClr val="BCD0DE"/>
                </a:solidFill>
              </a:defRPr>
            </a:lvl7pPr>
            <a:lvl8pPr>
              <a:buNone/>
              <a:defRPr sz="2100" b="0">
                <a:solidFill>
                  <a:srgbClr val="BCD0DE"/>
                </a:solidFill>
              </a:defRPr>
            </a:lvl8pPr>
            <a:lvl9pPr>
              <a:buNone/>
              <a:defRPr sz="2100" b="0">
                <a:solidFill>
                  <a:srgbClr val="BCD0DE"/>
                </a:solidFill>
              </a:defRPr>
            </a:lvl9pPr>
          </a:lstStyle>
          <a:p>
            <a:pPr>
              <a:buNone/>
              <a:defRPr sz="2100" b="0">
                <a:solidFill>
                  <a:srgbClr val="BCD0DE"/>
                </a:solidFill>
              </a:defRPr>
            </a:pPr>
            <a:r>
              <a:rPr sz="2100" b="0">
                <a:solidFill>
                  <a:srgbClr val="BCD0DE"/>
                </a:solidFill>
              </a:rPr>
              <a:t>Laboratory 1</a:t>
            </a:r>
          </a:p>
        </p:txBody>
      </p:sp>
      <p:sp>
        <p:nvSpPr>
          <p:cNvPr id="4" name="Прямоугольник 3">
            <a:extLst>
              <a:ext uri="{FF2B5EF4-FFF2-40B4-BE49-F238E27FC236}">
                <a16:creationId xmlns:a16="http://schemas.microsoft.com/office/drawing/2014/main" id="{6F3B9788-007A-4EAD-B5CA-06FFDB37349E}"/>
              </a:ext>
            </a:extLst>
          </p:cNvPr>
          <p:cNvSpPr>
            <a:spLocks noGrp="1"/>
          </p:cNvSpPr>
          <p:nvPr/>
        </p:nvSpPr>
        <p:spPr>
          <a:xfrm>
            <a:off x="685800" y="1676400"/>
            <a:ext cx="10668000" cy="1866900"/>
          </a:xfrm>
          <a:prstGeom prst="rect">
            <a:avLst/>
          </a:prstGeom>
          <a:noFill/>
          <a:ln w="0">
            <a:noFill/>
          </a:ln>
        </p:spPr>
        <p:txBody>
          <a:bodyPr/>
          <a:lstStyle>
            <a:defPPr>
              <a:defRPr sz="4800" b="1">
                <a:solidFill>
                  <a:srgbClr val="FFFFFF"/>
                </a:solidFill>
              </a:defRPr>
            </a:defPPr>
            <a:lvl1pPr>
              <a:buNone/>
              <a:defRPr sz="4800" b="1">
                <a:solidFill>
                  <a:srgbClr val="FFFFFF"/>
                </a:solidFill>
              </a:defRPr>
            </a:lvl1pPr>
            <a:lvl2pPr>
              <a:buNone/>
              <a:defRPr sz="4800" b="1">
                <a:solidFill>
                  <a:srgbClr val="FFFFFF"/>
                </a:solidFill>
              </a:defRPr>
            </a:lvl2pPr>
            <a:lvl3pPr>
              <a:buNone/>
              <a:defRPr sz="4800" b="1">
                <a:solidFill>
                  <a:srgbClr val="FFFFFF"/>
                </a:solidFill>
              </a:defRPr>
            </a:lvl3pPr>
            <a:lvl4pPr>
              <a:buNone/>
              <a:defRPr sz="4800" b="1">
                <a:solidFill>
                  <a:srgbClr val="FFFFFF"/>
                </a:solidFill>
              </a:defRPr>
            </a:lvl4pPr>
            <a:lvl5pPr>
              <a:buNone/>
              <a:defRPr sz="4800" b="1">
                <a:solidFill>
                  <a:srgbClr val="FFFFFF"/>
                </a:solidFill>
              </a:defRPr>
            </a:lvl5pPr>
            <a:lvl6pPr>
              <a:buNone/>
              <a:defRPr sz="4800" b="1">
                <a:solidFill>
                  <a:srgbClr val="FFFFFF"/>
                </a:solidFill>
              </a:defRPr>
            </a:lvl6pPr>
            <a:lvl7pPr>
              <a:buNone/>
              <a:defRPr sz="4800" b="1">
                <a:solidFill>
                  <a:srgbClr val="FFFFFF"/>
                </a:solidFill>
              </a:defRPr>
            </a:lvl7pPr>
            <a:lvl8pPr>
              <a:buNone/>
              <a:defRPr sz="4800" b="1">
                <a:solidFill>
                  <a:srgbClr val="FFFFFF"/>
                </a:solidFill>
              </a:defRPr>
            </a:lvl8pPr>
            <a:lvl9pPr>
              <a:buNone/>
              <a:defRPr sz="4800" b="1">
                <a:solidFill>
                  <a:srgbClr val="FFFFFF"/>
                </a:solidFill>
              </a:defRPr>
            </a:lvl9pPr>
          </a:lstStyle>
          <a:p>
            <a:pPr>
              <a:buNone/>
              <a:defRPr sz="4800" b="1">
                <a:solidFill>
                  <a:srgbClr val="FFFFFF"/>
                </a:solidFill>
              </a:defRPr>
            </a:pPr>
            <a:r>
              <a:rPr sz="4800" b="1">
                <a:solidFill>
                  <a:srgbClr val="FFFFFF"/>
                </a:solidFill>
              </a:rPr>
              <a:t>Logger and</a:t>
            </a:r>
          </a:p>
          <a:p>
            <a:pPr>
              <a:buNone/>
              <a:defRPr sz="4800" b="1">
                <a:solidFill>
                  <a:srgbClr val="FFFFFF"/>
                </a:solidFill>
              </a:defRPr>
            </a:pPr>
            <a:r>
              <a:rPr sz="4800" b="1">
                <a:solidFill>
                  <a:srgbClr val="FFFFFF"/>
                </a:solidFill>
              </a:rPr>
              <a:t>Parentheses Validator</a:t>
            </a:r>
          </a:p>
        </p:txBody>
      </p:sp>
      <p:sp>
        <p:nvSpPr>
          <p:cNvPr id="5" name="Прямоугольник 4">
            <a:extLst>
              <a:ext uri="{FF2B5EF4-FFF2-40B4-BE49-F238E27FC236}">
                <a16:creationId xmlns:a16="http://schemas.microsoft.com/office/drawing/2014/main" id="{422A4684-4213-458A-8073-B7986B3708C1}"/>
              </a:ext>
            </a:extLst>
          </p:cNvPr>
          <p:cNvSpPr>
            <a:spLocks noGrp="1"/>
          </p:cNvSpPr>
          <p:nvPr/>
        </p:nvSpPr>
        <p:spPr>
          <a:xfrm>
            <a:off x="723900" y="3733800"/>
            <a:ext cx="10096500" cy="438150"/>
          </a:xfrm>
          <a:prstGeom prst="rect">
            <a:avLst/>
          </a:prstGeom>
          <a:noFill/>
          <a:ln w="0">
            <a:noFill/>
          </a:ln>
        </p:spPr>
        <p:txBody>
          <a:bodyPr/>
          <a:lstStyle>
            <a:defPPr>
              <a:defRPr sz="2400" b="0">
                <a:solidFill>
                  <a:srgbClr val="65D5D1"/>
                </a:solidFill>
              </a:defRPr>
            </a:defPPr>
            <a:lvl1pPr>
              <a:buNone/>
              <a:defRPr sz="2400" b="0">
                <a:solidFill>
                  <a:srgbClr val="65D5D1"/>
                </a:solidFill>
              </a:defRPr>
            </a:lvl1pPr>
            <a:lvl2pPr>
              <a:buNone/>
              <a:defRPr sz="2400" b="0">
                <a:solidFill>
                  <a:srgbClr val="65D5D1"/>
                </a:solidFill>
              </a:defRPr>
            </a:lvl2pPr>
            <a:lvl3pPr>
              <a:buNone/>
              <a:defRPr sz="2400" b="0">
                <a:solidFill>
                  <a:srgbClr val="65D5D1"/>
                </a:solidFill>
              </a:defRPr>
            </a:lvl3pPr>
            <a:lvl4pPr>
              <a:buNone/>
              <a:defRPr sz="2400" b="0">
                <a:solidFill>
                  <a:srgbClr val="65D5D1"/>
                </a:solidFill>
              </a:defRPr>
            </a:lvl4pPr>
            <a:lvl5pPr>
              <a:buNone/>
              <a:defRPr sz="2400" b="0">
                <a:solidFill>
                  <a:srgbClr val="65D5D1"/>
                </a:solidFill>
              </a:defRPr>
            </a:lvl5pPr>
            <a:lvl6pPr>
              <a:buNone/>
              <a:defRPr sz="2400" b="0">
                <a:solidFill>
                  <a:srgbClr val="65D5D1"/>
                </a:solidFill>
              </a:defRPr>
            </a:lvl6pPr>
            <a:lvl7pPr>
              <a:buNone/>
              <a:defRPr sz="2400" b="0">
                <a:solidFill>
                  <a:srgbClr val="65D5D1"/>
                </a:solidFill>
              </a:defRPr>
            </a:lvl7pPr>
            <a:lvl8pPr>
              <a:buNone/>
              <a:defRPr sz="2400" b="0">
                <a:solidFill>
                  <a:srgbClr val="65D5D1"/>
                </a:solidFill>
              </a:defRPr>
            </a:lvl8pPr>
            <a:lvl9pPr>
              <a:buNone/>
              <a:defRPr sz="2400" b="0">
                <a:solidFill>
                  <a:srgbClr val="65D5D1"/>
                </a:solidFill>
              </a:defRPr>
            </a:lvl9pPr>
          </a:lstStyle>
          <a:p>
            <a:pPr>
              <a:buNone/>
              <a:defRPr sz="2400" b="0">
                <a:solidFill>
                  <a:srgbClr val="65D5D1"/>
                </a:solidFill>
              </a:defRPr>
            </a:pPr>
            <a:r>
              <a:rPr sz="2400" b="0">
                <a:solidFill>
                  <a:srgbClr val="65D5D1"/>
                </a:solidFill>
              </a:rPr>
              <a:t>Python 3</a:t>
            </a:r>
          </a:p>
        </p:txBody>
      </p:sp>
      <p:sp>
        <p:nvSpPr>
          <p:cNvPr id="6" name="Прямоугольник 5">
            <a:extLst>
              <a:ext uri="{FF2B5EF4-FFF2-40B4-BE49-F238E27FC236}">
                <a16:creationId xmlns:a16="http://schemas.microsoft.com/office/drawing/2014/main" id="{BE5413E7-9685-4B52-A1E5-14972EA69616}"/>
              </a:ext>
            </a:extLst>
          </p:cNvPr>
          <p:cNvSpPr>
            <a:spLocks noGrp="1"/>
          </p:cNvSpPr>
          <p:nvPr/>
        </p:nvSpPr>
        <p:spPr>
          <a:xfrm>
            <a:off x="723900" y="4686300"/>
            <a:ext cx="6191250" cy="857250"/>
          </a:xfrm>
          <a:prstGeom prst="rect">
            <a:avLst/>
          </a:prstGeom>
          <a:noFill/>
          <a:ln w="0">
            <a:noFill/>
          </a:ln>
        </p:spPr>
        <p:txBody>
          <a:bodyPr/>
          <a:lstStyle>
            <a:defPPr>
              <a:defRPr sz="2100" b="0">
                <a:solidFill>
                  <a:srgbClr val="FFFFFF"/>
                </a:solidFill>
              </a:defRPr>
            </a:defPPr>
            <a:lvl1pPr>
              <a:buNone/>
              <a:defRPr sz="2100" b="0">
                <a:solidFill>
                  <a:srgbClr val="FFFFFF"/>
                </a:solidFill>
              </a:defRPr>
            </a:lvl1pPr>
            <a:lvl2pPr>
              <a:buNone/>
              <a:defRPr sz="2100" b="0">
                <a:solidFill>
                  <a:srgbClr val="FFFFFF"/>
                </a:solidFill>
              </a:defRPr>
            </a:lvl2pPr>
            <a:lvl3pPr>
              <a:buNone/>
              <a:defRPr sz="2100" b="0">
                <a:solidFill>
                  <a:srgbClr val="FFFFFF"/>
                </a:solidFill>
              </a:defRPr>
            </a:lvl3pPr>
            <a:lvl4pPr>
              <a:buNone/>
              <a:defRPr sz="2100" b="0">
                <a:solidFill>
                  <a:srgbClr val="FFFFFF"/>
                </a:solidFill>
              </a:defRPr>
            </a:lvl4pPr>
            <a:lvl5pPr>
              <a:buNone/>
              <a:defRPr sz="2100" b="0">
                <a:solidFill>
                  <a:srgbClr val="FFFFFF"/>
                </a:solidFill>
              </a:defRPr>
            </a:lvl5pPr>
            <a:lvl6pPr>
              <a:buNone/>
              <a:defRPr sz="2100" b="0">
                <a:solidFill>
                  <a:srgbClr val="FFFFFF"/>
                </a:solidFill>
              </a:defRPr>
            </a:lvl6pPr>
            <a:lvl7pPr>
              <a:buNone/>
              <a:defRPr sz="2100" b="0">
                <a:solidFill>
                  <a:srgbClr val="FFFFFF"/>
                </a:solidFill>
              </a:defRPr>
            </a:lvl7pPr>
            <a:lvl8pPr>
              <a:buNone/>
              <a:defRPr sz="2100" b="0">
                <a:solidFill>
                  <a:srgbClr val="FFFFFF"/>
                </a:solidFill>
              </a:defRPr>
            </a:lvl8pPr>
            <a:lvl9pPr>
              <a:buNone/>
              <a:defRPr sz="2100" b="0">
                <a:solidFill>
                  <a:srgbClr val="FFFFFF"/>
                </a:solidFill>
              </a:defRPr>
            </a:lvl9pPr>
          </a:lstStyle>
          <a:p>
            <a:pPr>
              <a:buNone/>
              <a:defRPr sz="2100" b="0">
                <a:solidFill>
                  <a:srgbClr val="FFFFFF"/>
                </a:solidFill>
              </a:defRPr>
            </a:pPr>
            <a:r>
              <a:rPr sz="2100" b="0">
                <a:solidFill>
                  <a:srgbClr val="FFFFFF"/>
                </a:solidFill>
              </a:rPr>
              <a:t>Gorbatyi Dmitriy</a:t>
            </a:r>
          </a:p>
          <a:p>
            <a:pPr>
              <a:buNone/>
              <a:defRPr sz="2100" b="0">
                <a:solidFill>
                  <a:srgbClr val="FFFFFF"/>
                </a:solidFill>
              </a:defRPr>
            </a:pPr>
            <a:r>
              <a:rPr sz="2100" b="0">
                <a:solidFill>
                  <a:srgbClr val="FFFFFF"/>
                </a:solidFill>
              </a:rPr>
              <a:t>FAF-253</a:t>
            </a:r>
          </a:p>
        </p:txBody>
      </p:sp>
      <p:sp>
        <p:nvSpPr>
          <p:cNvPr id="7" name="Прямоугольник 6">
            <a:extLst>
              <a:ext uri="{FF2B5EF4-FFF2-40B4-BE49-F238E27FC236}">
                <a16:creationId xmlns:a16="http://schemas.microsoft.com/office/drawing/2014/main" id="{606E7633-8FC2-4808-BC97-C655118EB9B2}"/>
              </a:ext>
            </a:extLst>
          </p:cNvPr>
          <p:cNvSpPr>
            <a:spLocks noGrp="1"/>
          </p:cNvSpPr>
          <p:nvPr/>
        </p:nvSpPr>
        <p:spPr>
          <a:xfrm>
            <a:off x="723900" y="5810250"/>
            <a:ext cx="9810750" cy="381000"/>
          </a:xfrm>
          <a:prstGeom prst="rect">
            <a:avLst/>
          </a:prstGeom>
          <a:noFill/>
          <a:ln w="0">
            <a:noFill/>
          </a:ln>
        </p:spPr>
        <p:txBody>
          <a:bodyPr/>
          <a:lstStyle>
            <a:defPPr>
              <a:defRPr sz="1725" b="0">
                <a:solidFill>
                  <a:srgbClr val="BCD0DE"/>
                </a:solidFill>
              </a:defRPr>
            </a:defPPr>
            <a:lvl1pPr>
              <a:buNone/>
              <a:defRPr sz="1725" b="0">
                <a:solidFill>
                  <a:srgbClr val="BCD0DE"/>
                </a:solidFill>
              </a:defRPr>
            </a:lvl1pPr>
            <a:lvl2pPr>
              <a:buNone/>
              <a:defRPr sz="1725" b="0">
                <a:solidFill>
                  <a:srgbClr val="BCD0DE"/>
                </a:solidFill>
              </a:defRPr>
            </a:lvl2pPr>
            <a:lvl3pPr>
              <a:buNone/>
              <a:defRPr sz="1725" b="0">
                <a:solidFill>
                  <a:srgbClr val="BCD0DE"/>
                </a:solidFill>
              </a:defRPr>
            </a:lvl3pPr>
            <a:lvl4pPr>
              <a:buNone/>
              <a:defRPr sz="1725" b="0">
                <a:solidFill>
                  <a:srgbClr val="BCD0DE"/>
                </a:solidFill>
              </a:defRPr>
            </a:lvl4pPr>
            <a:lvl5pPr>
              <a:buNone/>
              <a:defRPr sz="1725" b="0">
                <a:solidFill>
                  <a:srgbClr val="BCD0DE"/>
                </a:solidFill>
              </a:defRPr>
            </a:lvl5pPr>
            <a:lvl6pPr>
              <a:buNone/>
              <a:defRPr sz="1725" b="0">
                <a:solidFill>
                  <a:srgbClr val="BCD0DE"/>
                </a:solidFill>
              </a:defRPr>
            </a:lvl6pPr>
            <a:lvl7pPr>
              <a:buNone/>
              <a:defRPr sz="1725" b="0">
                <a:solidFill>
                  <a:srgbClr val="BCD0DE"/>
                </a:solidFill>
              </a:defRPr>
            </a:lvl7pPr>
            <a:lvl8pPr>
              <a:buNone/>
              <a:defRPr sz="1725" b="0">
                <a:solidFill>
                  <a:srgbClr val="BCD0DE"/>
                </a:solidFill>
              </a:defRPr>
            </a:lvl8pPr>
            <a:lvl9pPr>
              <a:buNone/>
              <a:defRPr sz="1725" b="0">
                <a:solidFill>
                  <a:srgbClr val="BCD0DE"/>
                </a:solidFill>
              </a:defRPr>
            </a:lvl9pPr>
          </a:lstStyle>
          <a:p>
            <a:pPr>
              <a:buNone/>
              <a:defRPr sz="1725" b="0">
                <a:solidFill>
                  <a:srgbClr val="BCD0DE"/>
                </a:solidFill>
              </a:defRPr>
            </a:pPr>
            <a:r>
              <a:rPr sz="1725" b="0">
                <a:solidFill>
                  <a:srgbClr val="BCD0DE"/>
                </a:solidFill>
              </a:rPr>
              <a:t>Teacher: asist. univ. Flocea Dominic</a:t>
            </a:r>
          </a:p>
        </p:txBody>
      </p:sp>
    </p:spTree>
    <p:extLst>
      <p:ext uri="{BB962C8B-B14F-4D97-AF65-F5344CB8AC3E}">
        <p14:creationId xmlns:p14="http://schemas.microsoft.com/office/powerpoint/2010/main" val="4076609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EA4790E7-935E-4259-B2CB-519E20E7C190}"/>
              </a:ext>
            </a:extLst>
          </p:cNvPr>
          <p:cNvSpPr>
            <a:spLocks noGrp="1"/>
          </p:cNvSpPr>
          <p:nvPr/>
        </p:nvSpPr>
        <p:spPr>
          <a:xfrm>
            <a:off x="609600" y="419100"/>
            <a:ext cx="10972800" cy="666750"/>
          </a:xfrm>
          <a:prstGeom prst="rect">
            <a:avLst/>
          </a:prstGeom>
          <a:noFill/>
          <a:ln w="0">
            <a:noFill/>
          </a:ln>
        </p:spPr>
        <p:txBody>
          <a:bodyPr/>
          <a:lstStyle>
            <a:defPPr>
              <a:defRPr sz="3300" b="1">
                <a:solidFill>
                  <a:srgbClr val="132D48"/>
                </a:solidFill>
              </a:defRPr>
            </a:defPPr>
            <a:lvl1pPr>
              <a:buNone/>
              <a:defRPr sz="3300" b="1">
                <a:solidFill>
                  <a:srgbClr val="132D48"/>
                </a:solidFill>
              </a:defRPr>
            </a:lvl1pPr>
            <a:lvl2pPr>
              <a:buNone/>
              <a:defRPr sz="3300" b="1">
                <a:solidFill>
                  <a:srgbClr val="132D48"/>
                </a:solidFill>
              </a:defRPr>
            </a:lvl2pPr>
            <a:lvl3pPr>
              <a:buNone/>
              <a:defRPr sz="3300" b="1">
                <a:solidFill>
                  <a:srgbClr val="132D48"/>
                </a:solidFill>
              </a:defRPr>
            </a:lvl3pPr>
            <a:lvl4pPr>
              <a:buNone/>
              <a:defRPr sz="3300" b="1">
                <a:solidFill>
                  <a:srgbClr val="132D48"/>
                </a:solidFill>
              </a:defRPr>
            </a:lvl4pPr>
            <a:lvl5pPr>
              <a:buNone/>
              <a:defRPr sz="3300" b="1">
                <a:solidFill>
                  <a:srgbClr val="132D48"/>
                </a:solidFill>
              </a:defRPr>
            </a:lvl5pPr>
            <a:lvl6pPr>
              <a:buNone/>
              <a:defRPr sz="3300" b="1">
                <a:solidFill>
                  <a:srgbClr val="132D48"/>
                </a:solidFill>
              </a:defRPr>
            </a:lvl6pPr>
            <a:lvl7pPr>
              <a:buNone/>
              <a:defRPr sz="3300" b="1">
                <a:solidFill>
                  <a:srgbClr val="132D48"/>
                </a:solidFill>
              </a:defRPr>
            </a:lvl7pPr>
            <a:lvl8pPr>
              <a:buNone/>
              <a:defRPr sz="3300" b="1">
                <a:solidFill>
                  <a:srgbClr val="132D48"/>
                </a:solidFill>
              </a:defRPr>
            </a:lvl8pPr>
            <a:lvl9pPr>
              <a:buNone/>
              <a:defRPr sz="3300" b="1">
                <a:solidFill>
                  <a:srgbClr val="132D48"/>
                </a:solidFill>
              </a:defRPr>
            </a:lvl9pPr>
          </a:lstStyle>
          <a:p>
            <a:pPr>
              <a:buNone/>
              <a:defRPr sz="3300" b="1">
                <a:solidFill>
                  <a:srgbClr val="132D48"/>
                </a:solidFill>
              </a:defRPr>
            </a:pPr>
            <a:r>
              <a:rPr sz="3300" b="1">
                <a:solidFill>
                  <a:srgbClr val="132D48"/>
                </a:solidFill>
              </a:rPr>
              <a:t>Program structure</a:t>
            </a:r>
          </a:p>
        </p:txBody>
      </p:sp>
      <p:sp>
        <p:nvSpPr>
          <p:cNvPr id="3" name="Прямоугольник 2">
            <a:extLst>
              <a:ext uri="{FF2B5EF4-FFF2-40B4-BE49-F238E27FC236}">
                <a16:creationId xmlns:a16="http://schemas.microsoft.com/office/drawing/2014/main" id="{B03D6292-65FC-4F11-8686-626B286A8E61}"/>
              </a:ext>
            </a:extLst>
          </p:cNvPr>
          <p:cNvSpPr>
            <a:spLocks noGrp="1"/>
          </p:cNvSpPr>
          <p:nvPr/>
        </p:nvSpPr>
        <p:spPr>
          <a:xfrm>
            <a:off x="11125200" y="6343650"/>
            <a:ext cx="533400" cy="266700"/>
          </a:xfrm>
          <a:prstGeom prst="rect">
            <a:avLst/>
          </a:prstGeom>
          <a:noFill/>
          <a:ln w="0">
            <a:noFill/>
          </a:ln>
        </p:spPr>
        <p:txBody>
          <a:bodyPr/>
          <a:lstStyle>
            <a:defPPr>
              <a:defRPr sz="1350" b="0">
                <a:solidFill>
                  <a:srgbClr val="586875"/>
                </a:solidFill>
              </a:defRPr>
            </a:defPPr>
            <a:lvl1pPr>
              <a:buNone/>
              <a:defRPr sz="1350" b="0">
                <a:solidFill>
                  <a:srgbClr val="586875"/>
                </a:solidFill>
              </a:defRPr>
            </a:lvl1pPr>
            <a:lvl2pPr>
              <a:buNone/>
              <a:defRPr sz="1350" b="0">
                <a:solidFill>
                  <a:srgbClr val="586875"/>
                </a:solidFill>
              </a:defRPr>
            </a:lvl2pPr>
            <a:lvl3pPr>
              <a:buNone/>
              <a:defRPr sz="1350" b="0">
                <a:solidFill>
                  <a:srgbClr val="586875"/>
                </a:solidFill>
              </a:defRPr>
            </a:lvl3pPr>
            <a:lvl4pPr>
              <a:buNone/>
              <a:defRPr sz="1350" b="0">
                <a:solidFill>
                  <a:srgbClr val="586875"/>
                </a:solidFill>
              </a:defRPr>
            </a:lvl4pPr>
            <a:lvl5pPr>
              <a:buNone/>
              <a:defRPr sz="1350" b="0">
                <a:solidFill>
                  <a:srgbClr val="586875"/>
                </a:solidFill>
              </a:defRPr>
            </a:lvl5pPr>
            <a:lvl6pPr>
              <a:buNone/>
              <a:defRPr sz="1350" b="0">
                <a:solidFill>
                  <a:srgbClr val="586875"/>
                </a:solidFill>
              </a:defRPr>
            </a:lvl6pPr>
            <a:lvl7pPr>
              <a:buNone/>
              <a:defRPr sz="1350" b="0">
                <a:solidFill>
                  <a:srgbClr val="586875"/>
                </a:solidFill>
              </a:defRPr>
            </a:lvl7pPr>
            <a:lvl8pPr>
              <a:buNone/>
              <a:defRPr sz="1350" b="0">
                <a:solidFill>
                  <a:srgbClr val="586875"/>
                </a:solidFill>
              </a:defRPr>
            </a:lvl8pPr>
            <a:lvl9pPr>
              <a:buNone/>
              <a:defRPr sz="1350" b="0">
                <a:solidFill>
                  <a:srgbClr val="586875"/>
                </a:solidFill>
              </a:defRPr>
            </a:lvl9pPr>
          </a:lstStyle>
          <a:p>
            <a:pPr>
              <a:buNone/>
              <a:defRPr sz="1350" b="0">
                <a:solidFill>
                  <a:srgbClr val="586875"/>
                </a:solidFill>
              </a:defRPr>
            </a:pPr>
            <a:r>
              <a:rPr sz="1350" b="0">
                <a:solidFill>
                  <a:srgbClr val="586875"/>
                </a:solidFill>
              </a:rPr>
              <a:t>02</a:t>
            </a:r>
          </a:p>
        </p:txBody>
      </p:sp>
      <p:sp>
        <p:nvSpPr>
          <p:cNvPr id="4" name="Прямоугольник 3">
            <a:extLst>
              <a:ext uri="{FF2B5EF4-FFF2-40B4-BE49-F238E27FC236}">
                <a16:creationId xmlns:a16="http://schemas.microsoft.com/office/drawing/2014/main" id="{6E37D2F6-3277-4835-8326-D419F120BD1D}"/>
              </a:ext>
            </a:extLst>
          </p:cNvPr>
          <p:cNvSpPr>
            <a:spLocks noGrp="1"/>
          </p:cNvSpPr>
          <p:nvPr/>
        </p:nvSpPr>
        <p:spPr>
          <a:xfrm>
            <a:off x="685800" y="1543050"/>
            <a:ext cx="4762500" cy="457200"/>
          </a:xfrm>
          <a:prstGeom prst="rect">
            <a:avLst/>
          </a:prstGeom>
          <a:noFill/>
          <a:ln w="0">
            <a:noFill/>
          </a:ln>
        </p:spPr>
        <p:txBody>
          <a:bodyPr/>
          <a:lstStyle>
            <a:defPPr>
              <a:defRPr sz="2700" b="1">
                <a:solidFill>
                  <a:srgbClr val="007D85"/>
                </a:solidFill>
              </a:defRPr>
            </a:defPPr>
            <a:lvl1pPr>
              <a:buNone/>
              <a:defRPr sz="2700" b="1">
                <a:solidFill>
                  <a:srgbClr val="007D85"/>
                </a:solidFill>
              </a:defRPr>
            </a:lvl1pPr>
            <a:lvl2pPr>
              <a:buNone/>
              <a:defRPr sz="2700" b="1">
                <a:solidFill>
                  <a:srgbClr val="007D85"/>
                </a:solidFill>
              </a:defRPr>
            </a:lvl2pPr>
            <a:lvl3pPr>
              <a:buNone/>
              <a:defRPr sz="2700" b="1">
                <a:solidFill>
                  <a:srgbClr val="007D85"/>
                </a:solidFill>
              </a:defRPr>
            </a:lvl3pPr>
            <a:lvl4pPr>
              <a:buNone/>
              <a:defRPr sz="2700" b="1">
                <a:solidFill>
                  <a:srgbClr val="007D85"/>
                </a:solidFill>
              </a:defRPr>
            </a:lvl4pPr>
            <a:lvl5pPr>
              <a:buNone/>
              <a:defRPr sz="2700" b="1">
                <a:solidFill>
                  <a:srgbClr val="007D85"/>
                </a:solidFill>
              </a:defRPr>
            </a:lvl5pPr>
            <a:lvl6pPr>
              <a:buNone/>
              <a:defRPr sz="2700" b="1">
                <a:solidFill>
                  <a:srgbClr val="007D85"/>
                </a:solidFill>
              </a:defRPr>
            </a:lvl6pPr>
            <a:lvl7pPr>
              <a:buNone/>
              <a:defRPr sz="2700" b="1">
                <a:solidFill>
                  <a:srgbClr val="007D85"/>
                </a:solidFill>
              </a:defRPr>
            </a:lvl7pPr>
            <a:lvl8pPr>
              <a:buNone/>
              <a:defRPr sz="2700" b="1">
                <a:solidFill>
                  <a:srgbClr val="007D85"/>
                </a:solidFill>
              </a:defRPr>
            </a:lvl8pPr>
            <a:lvl9pPr>
              <a:buNone/>
              <a:defRPr sz="2700" b="1">
                <a:solidFill>
                  <a:srgbClr val="007D85"/>
                </a:solidFill>
              </a:defRPr>
            </a:lvl9pPr>
          </a:lstStyle>
          <a:p>
            <a:pPr>
              <a:buNone/>
              <a:defRPr sz="2700" b="1">
                <a:solidFill>
                  <a:srgbClr val="007D85"/>
                </a:solidFill>
              </a:defRPr>
            </a:pPr>
            <a:r>
              <a:rPr sz="2700" b="1">
                <a:solidFill>
                  <a:srgbClr val="007D85"/>
                </a:solidFill>
              </a:rPr>
              <a:t>Logger</a:t>
            </a:r>
          </a:p>
        </p:txBody>
      </p:sp>
      <p:sp>
        <p:nvSpPr>
          <p:cNvPr id="5" name="Прямоугольник 4">
            <a:extLst>
              <a:ext uri="{FF2B5EF4-FFF2-40B4-BE49-F238E27FC236}">
                <a16:creationId xmlns:a16="http://schemas.microsoft.com/office/drawing/2014/main" id="{8F651D45-A232-4578-B877-FB9EAE09C70A}"/>
              </a:ext>
            </a:extLst>
          </p:cNvPr>
          <p:cNvSpPr>
            <a:spLocks noGrp="1"/>
          </p:cNvSpPr>
          <p:nvPr/>
        </p:nvSpPr>
        <p:spPr>
          <a:xfrm>
            <a:off x="685800" y="2152650"/>
            <a:ext cx="4953000" cy="1657350"/>
          </a:xfrm>
          <a:prstGeom prst="rect">
            <a:avLst/>
          </a:prstGeom>
          <a:noFill/>
          <a:ln w="0">
            <a:noFill/>
          </a:ln>
        </p:spPr>
        <p:txBody>
          <a:bodyPr/>
          <a:lstStyle>
            <a:defPPr>
              <a:defRPr sz="2175" b="0">
                <a:solidFill>
                  <a:srgbClr val="182B3A"/>
                </a:solidFill>
              </a:defRPr>
            </a:defPPr>
            <a:lvl1pPr>
              <a:buNone/>
              <a:defRPr sz="2175" b="0">
                <a:solidFill>
                  <a:srgbClr val="182B3A"/>
                </a:solidFill>
              </a:defRPr>
            </a:lvl1pPr>
            <a:lvl2pPr>
              <a:buNone/>
              <a:defRPr sz="2175" b="0">
                <a:solidFill>
                  <a:srgbClr val="182B3A"/>
                </a:solidFill>
              </a:defRPr>
            </a:lvl2pPr>
            <a:lvl3pPr>
              <a:buNone/>
              <a:defRPr sz="2175" b="0">
                <a:solidFill>
                  <a:srgbClr val="182B3A"/>
                </a:solidFill>
              </a:defRPr>
            </a:lvl3pPr>
            <a:lvl4pPr>
              <a:buNone/>
              <a:defRPr sz="2175" b="0">
                <a:solidFill>
                  <a:srgbClr val="182B3A"/>
                </a:solidFill>
              </a:defRPr>
            </a:lvl4pPr>
            <a:lvl5pPr>
              <a:buNone/>
              <a:defRPr sz="2175" b="0">
                <a:solidFill>
                  <a:srgbClr val="182B3A"/>
                </a:solidFill>
              </a:defRPr>
            </a:lvl5pPr>
            <a:lvl6pPr>
              <a:buNone/>
              <a:defRPr sz="2175" b="0">
                <a:solidFill>
                  <a:srgbClr val="182B3A"/>
                </a:solidFill>
              </a:defRPr>
            </a:lvl6pPr>
            <a:lvl7pPr>
              <a:buNone/>
              <a:defRPr sz="2175" b="0">
                <a:solidFill>
                  <a:srgbClr val="182B3A"/>
                </a:solidFill>
              </a:defRPr>
            </a:lvl7pPr>
            <a:lvl8pPr>
              <a:buNone/>
              <a:defRPr sz="2175" b="0">
                <a:solidFill>
                  <a:srgbClr val="182B3A"/>
                </a:solidFill>
              </a:defRPr>
            </a:lvl8pPr>
            <a:lvl9pPr>
              <a:buNone/>
              <a:defRPr sz="2175" b="0">
                <a:solidFill>
                  <a:srgbClr val="182B3A"/>
                </a:solidFill>
              </a:defRPr>
            </a:lvl9pPr>
          </a:lstStyle>
          <a:p>
            <a:pPr>
              <a:buNone/>
              <a:defRPr sz="2175" b="0">
                <a:solidFill>
                  <a:srgbClr val="182B3A"/>
                </a:solidFill>
              </a:defRPr>
            </a:pPr>
            <a:r>
              <a:rPr sz="2175" b="0">
                <a:solidFill>
                  <a:srgbClr val="182B3A"/>
                </a:solidFill>
              </a:rPr>
              <a:t>Filters messages by level.</a:t>
            </a:r>
          </a:p>
          <a:p>
            <a:pPr>
              <a:buNone/>
              <a:defRPr sz="2175" b="0">
                <a:solidFill>
                  <a:srgbClr val="182B3A"/>
                </a:solidFill>
              </a:defRPr>
            </a:pPr>
            <a:r>
              <a:rPr sz="2175" b="0">
                <a:solidFill>
                  <a:srgbClr val="182B3A"/>
                </a:solidFill>
              </a:rPr>
              <a:t>Adds the chosen format.</a:t>
            </a:r>
          </a:p>
          <a:p>
            <a:pPr>
              <a:buNone/>
              <a:defRPr sz="2175" b="0">
                <a:solidFill>
                  <a:srgbClr val="182B3A"/>
                </a:solidFill>
              </a:defRPr>
            </a:pPr>
            <a:r>
              <a:rPr sz="2175" b="0">
                <a:solidFill>
                  <a:srgbClr val="182B3A"/>
                </a:solidFill>
              </a:rPr>
              <a:t>Prints the result to the console.</a:t>
            </a:r>
          </a:p>
        </p:txBody>
      </p:sp>
      <p:sp>
        <p:nvSpPr>
          <p:cNvPr id="6" name="Прямоугольник 5">
            <a:extLst>
              <a:ext uri="{FF2B5EF4-FFF2-40B4-BE49-F238E27FC236}">
                <a16:creationId xmlns:a16="http://schemas.microsoft.com/office/drawing/2014/main" id="{FFBA05AB-8674-45EB-8FF9-B8B0344F01BB}"/>
              </a:ext>
            </a:extLst>
          </p:cNvPr>
          <p:cNvSpPr>
            <a:spLocks noGrp="1"/>
          </p:cNvSpPr>
          <p:nvPr/>
        </p:nvSpPr>
        <p:spPr>
          <a:xfrm>
            <a:off x="6572250" y="1543050"/>
            <a:ext cx="4953000" cy="457200"/>
          </a:xfrm>
          <a:prstGeom prst="rect">
            <a:avLst/>
          </a:prstGeom>
          <a:noFill/>
          <a:ln w="0">
            <a:noFill/>
          </a:ln>
        </p:spPr>
        <p:txBody>
          <a:bodyPr/>
          <a:lstStyle>
            <a:defPPr>
              <a:defRPr sz="2700" b="1">
                <a:solidFill>
                  <a:srgbClr val="007D85"/>
                </a:solidFill>
              </a:defRPr>
            </a:defPPr>
            <a:lvl1pPr>
              <a:buNone/>
              <a:defRPr sz="2700" b="1">
                <a:solidFill>
                  <a:srgbClr val="007D85"/>
                </a:solidFill>
              </a:defRPr>
            </a:lvl1pPr>
            <a:lvl2pPr>
              <a:buNone/>
              <a:defRPr sz="2700" b="1">
                <a:solidFill>
                  <a:srgbClr val="007D85"/>
                </a:solidFill>
              </a:defRPr>
            </a:lvl2pPr>
            <a:lvl3pPr>
              <a:buNone/>
              <a:defRPr sz="2700" b="1">
                <a:solidFill>
                  <a:srgbClr val="007D85"/>
                </a:solidFill>
              </a:defRPr>
            </a:lvl3pPr>
            <a:lvl4pPr>
              <a:buNone/>
              <a:defRPr sz="2700" b="1">
                <a:solidFill>
                  <a:srgbClr val="007D85"/>
                </a:solidFill>
              </a:defRPr>
            </a:lvl4pPr>
            <a:lvl5pPr>
              <a:buNone/>
              <a:defRPr sz="2700" b="1">
                <a:solidFill>
                  <a:srgbClr val="007D85"/>
                </a:solidFill>
              </a:defRPr>
            </a:lvl5pPr>
            <a:lvl6pPr>
              <a:buNone/>
              <a:defRPr sz="2700" b="1">
                <a:solidFill>
                  <a:srgbClr val="007D85"/>
                </a:solidFill>
              </a:defRPr>
            </a:lvl6pPr>
            <a:lvl7pPr>
              <a:buNone/>
              <a:defRPr sz="2700" b="1">
                <a:solidFill>
                  <a:srgbClr val="007D85"/>
                </a:solidFill>
              </a:defRPr>
            </a:lvl7pPr>
            <a:lvl8pPr>
              <a:buNone/>
              <a:defRPr sz="2700" b="1">
                <a:solidFill>
                  <a:srgbClr val="007D85"/>
                </a:solidFill>
              </a:defRPr>
            </a:lvl8pPr>
            <a:lvl9pPr>
              <a:buNone/>
              <a:defRPr sz="2700" b="1">
                <a:solidFill>
                  <a:srgbClr val="007D85"/>
                </a:solidFill>
              </a:defRPr>
            </a:lvl9pPr>
          </a:lstStyle>
          <a:p>
            <a:pPr>
              <a:buNone/>
              <a:defRPr sz="2700" b="1">
                <a:solidFill>
                  <a:srgbClr val="007D85"/>
                </a:solidFill>
              </a:defRPr>
            </a:pPr>
            <a:r>
              <a:rPr sz="2700" b="1">
                <a:solidFill>
                  <a:srgbClr val="007D85"/>
                </a:solidFill>
              </a:rPr>
              <a:t>ParenthesesValidator</a:t>
            </a:r>
          </a:p>
        </p:txBody>
      </p:sp>
      <p:sp>
        <p:nvSpPr>
          <p:cNvPr id="7" name="Прямоугольник 6">
            <a:extLst>
              <a:ext uri="{FF2B5EF4-FFF2-40B4-BE49-F238E27FC236}">
                <a16:creationId xmlns:a16="http://schemas.microsoft.com/office/drawing/2014/main" id="{D296C508-822F-4572-B325-A5D91FA8D3D2}"/>
              </a:ext>
            </a:extLst>
          </p:cNvPr>
          <p:cNvSpPr>
            <a:spLocks noGrp="1"/>
          </p:cNvSpPr>
          <p:nvPr/>
        </p:nvSpPr>
        <p:spPr>
          <a:xfrm>
            <a:off x="6572250" y="2152650"/>
            <a:ext cx="4953000" cy="1657350"/>
          </a:xfrm>
          <a:prstGeom prst="rect">
            <a:avLst/>
          </a:prstGeom>
          <a:noFill/>
          <a:ln w="0">
            <a:noFill/>
          </a:ln>
        </p:spPr>
        <p:txBody>
          <a:bodyPr/>
          <a:lstStyle>
            <a:defPPr>
              <a:defRPr sz="2175" b="0">
                <a:solidFill>
                  <a:srgbClr val="182B3A"/>
                </a:solidFill>
              </a:defRPr>
            </a:defPPr>
            <a:lvl1pPr>
              <a:buNone/>
              <a:defRPr sz="2175" b="0">
                <a:solidFill>
                  <a:srgbClr val="182B3A"/>
                </a:solidFill>
              </a:defRPr>
            </a:lvl1pPr>
            <a:lvl2pPr>
              <a:buNone/>
              <a:defRPr sz="2175" b="0">
                <a:solidFill>
                  <a:srgbClr val="182B3A"/>
                </a:solidFill>
              </a:defRPr>
            </a:lvl2pPr>
            <a:lvl3pPr>
              <a:buNone/>
              <a:defRPr sz="2175" b="0">
                <a:solidFill>
                  <a:srgbClr val="182B3A"/>
                </a:solidFill>
              </a:defRPr>
            </a:lvl3pPr>
            <a:lvl4pPr>
              <a:buNone/>
              <a:defRPr sz="2175" b="0">
                <a:solidFill>
                  <a:srgbClr val="182B3A"/>
                </a:solidFill>
              </a:defRPr>
            </a:lvl4pPr>
            <a:lvl5pPr>
              <a:buNone/>
              <a:defRPr sz="2175" b="0">
                <a:solidFill>
                  <a:srgbClr val="182B3A"/>
                </a:solidFill>
              </a:defRPr>
            </a:lvl5pPr>
            <a:lvl6pPr>
              <a:buNone/>
              <a:defRPr sz="2175" b="0">
                <a:solidFill>
                  <a:srgbClr val="182B3A"/>
                </a:solidFill>
              </a:defRPr>
            </a:lvl6pPr>
            <a:lvl7pPr>
              <a:buNone/>
              <a:defRPr sz="2175" b="0">
                <a:solidFill>
                  <a:srgbClr val="182B3A"/>
                </a:solidFill>
              </a:defRPr>
            </a:lvl7pPr>
            <a:lvl8pPr>
              <a:buNone/>
              <a:defRPr sz="2175" b="0">
                <a:solidFill>
                  <a:srgbClr val="182B3A"/>
                </a:solidFill>
              </a:defRPr>
            </a:lvl8pPr>
            <a:lvl9pPr>
              <a:buNone/>
              <a:defRPr sz="2175" b="0">
                <a:solidFill>
                  <a:srgbClr val="182B3A"/>
                </a:solidFill>
              </a:defRPr>
            </a:lvl9pPr>
          </a:lstStyle>
          <a:p>
            <a:pPr>
              <a:buNone/>
              <a:defRPr sz="2175" b="0">
                <a:solidFill>
                  <a:srgbClr val="182B3A"/>
                </a:solidFill>
              </a:defRPr>
            </a:pPr>
            <a:r>
              <a:rPr sz="2175" b="0">
                <a:solidFill>
                  <a:srgbClr val="182B3A"/>
                </a:solidFill>
              </a:rPr>
              <a:t>Checks the order of parentheses.</a:t>
            </a:r>
          </a:p>
          <a:p>
            <a:pPr>
              <a:buNone/>
              <a:defRPr sz="2175" b="0">
                <a:solidFill>
                  <a:srgbClr val="182B3A"/>
                </a:solidFill>
              </a:defRPr>
            </a:pPr>
            <a:r>
              <a:rPr sz="2175" b="0">
                <a:solidFill>
                  <a:srgbClr val="182B3A"/>
                </a:solidFill>
              </a:rPr>
              <a:t>Returns True or False.</a:t>
            </a:r>
          </a:p>
          <a:p>
            <a:pPr>
              <a:buNone/>
              <a:defRPr sz="2175" b="0">
                <a:solidFill>
                  <a:srgbClr val="182B3A"/>
                </a:solidFill>
              </a:defRPr>
            </a:pPr>
            <a:r>
              <a:rPr sz="2175" b="0">
                <a:solidFill>
                  <a:srgbClr val="182B3A"/>
                </a:solidFill>
              </a:rPr>
              <a:t>Uses a logger named Parentheses.</a:t>
            </a:r>
          </a:p>
        </p:txBody>
      </p:sp>
      <p:sp>
        <p:nvSpPr>
          <p:cNvPr id="8" name="Прямоугольник 7">
            <a:extLst>
              <a:ext uri="{FF2B5EF4-FFF2-40B4-BE49-F238E27FC236}">
                <a16:creationId xmlns:a16="http://schemas.microsoft.com/office/drawing/2014/main" id="{5A8BF7BB-A9FA-48D8-9001-4D2A559FE143}"/>
              </a:ext>
            </a:extLst>
          </p:cNvPr>
          <p:cNvSpPr>
            <a:spLocks noGrp="1"/>
          </p:cNvSpPr>
          <p:nvPr/>
        </p:nvSpPr>
        <p:spPr>
          <a:xfrm>
            <a:off x="685800" y="4171950"/>
            <a:ext cx="10572750" cy="809625"/>
          </a:xfrm>
          <a:prstGeom prst="rect">
            <a:avLst/>
          </a:prstGeom>
          <a:noFill/>
          <a:ln w="0">
            <a:noFill/>
          </a:ln>
        </p:spPr>
        <p:txBody>
          <a:bodyPr/>
          <a:lstStyle>
            <a:defPPr>
              <a:defRPr sz="2325" b="0">
                <a:solidFill>
                  <a:srgbClr val="132D48"/>
                </a:solidFill>
              </a:defRPr>
            </a:defPPr>
            <a:lvl1pPr>
              <a:buNone/>
              <a:defRPr sz="2325" b="0">
                <a:solidFill>
                  <a:srgbClr val="132D48"/>
                </a:solidFill>
              </a:defRPr>
            </a:lvl1pPr>
            <a:lvl2pPr>
              <a:buNone/>
              <a:defRPr sz="2325" b="0">
                <a:solidFill>
                  <a:srgbClr val="132D48"/>
                </a:solidFill>
              </a:defRPr>
            </a:lvl2pPr>
            <a:lvl3pPr>
              <a:buNone/>
              <a:defRPr sz="2325" b="0">
                <a:solidFill>
                  <a:srgbClr val="132D48"/>
                </a:solidFill>
              </a:defRPr>
            </a:lvl3pPr>
            <a:lvl4pPr>
              <a:buNone/>
              <a:defRPr sz="2325" b="0">
                <a:solidFill>
                  <a:srgbClr val="132D48"/>
                </a:solidFill>
              </a:defRPr>
            </a:lvl4pPr>
            <a:lvl5pPr>
              <a:buNone/>
              <a:defRPr sz="2325" b="0">
                <a:solidFill>
                  <a:srgbClr val="132D48"/>
                </a:solidFill>
              </a:defRPr>
            </a:lvl5pPr>
            <a:lvl6pPr>
              <a:buNone/>
              <a:defRPr sz="2325" b="0">
                <a:solidFill>
                  <a:srgbClr val="132D48"/>
                </a:solidFill>
              </a:defRPr>
            </a:lvl6pPr>
            <a:lvl7pPr>
              <a:buNone/>
              <a:defRPr sz="2325" b="0">
                <a:solidFill>
                  <a:srgbClr val="132D48"/>
                </a:solidFill>
              </a:defRPr>
            </a:lvl7pPr>
            <a:lvl8pPr>
              <a:buNone/>
              <a:defRPr sz="2325" b="0">
                <a:solidFill>
                  <a:srgbClr val="132D48"/>
                </a:solidFill>
              </a:defRPr>
            </a:lvl8pPr>
            <a:lvl9pPr>
              <a:buNone/>
              <a:defRPr sz="2325" b="0">
                <a:solidFill>
                  <a:srgbClr val="132D48"/>
                </a:solidFill>
              </a:defRPr>
            </a:lvl9pPr>
          </a:lstStyle>
          <a:p>
            <a:pPr>
              <a:buNone/>
              <a:defRPr sz="2325" b="0">
                <a:solidFill>
                  <a:srgbClr val="132D48"/>
                </a:solidFill>
              </a:defRPr>
            </a:pPr>
            <a:r>
              <a:rPr sz="2325" b="0">
                <a:solidFill>
                  <a:srgbClr val="132D48"/>
                </a:solidFill>
              </a:rPr>
              <a:t>The validator calls the logger when it finds a bracket or a pair.</a:t>
            </a:r>
          </a:p>
        </p:txBody>
      </p:sp>
      <p:sp>
        <p:nvSpPr>
          <p:cNvPr id="9" name="Прямоугольник 8">
            <a:extLst>
              <a:ext uri="{FF2B5EF4-FFF2-40B4-BE49-F238E27FC236}">
                <a16:creationId xmlns:a16="http://schemas.microsoft.com/office/drawing/2014/main" id="{A6EC1A9B-F946-423E-BC33-8070ADEC5010}"/>
              </a:ext>
            </a:extLst>
          </p:cNvPr>
          <p:cNvSpPr>
            <a:spLocks noGrp="1"/>
          </p:cNvSpPr>
          <p:nvPr/>
        </p:nvSpPr>
        <p:spPr>
          <a:xfrm>
            <a:off x="685800" y="5429250"/>
            <a:ext cx="10668000" cy="438150"/>
          </a:xfrm>
          <a:prstGeom prst="rect">
            <a:avLst/>
          </a:prstGeom>
          <a:noFill/>
          <a:ln w="0">
            <a:noFill/>
          </a:ln>
        </p:spPr>
        <p:txBody>
          <a:bodyPr/>
          <a:lstStyle>
            <a:defPPr>
              <a:defRPr sz="1875" b="0">
                <a:solidFill>
                  <a:srgbClr val="586875"/>
                </a:solidFill>
              </a:defRPr>
            </a:defPPr>
            <a:lvl1pPr>
              <a:buNone/>
              <a:defRPr sz="1875" b="0">
                <a:solidFill>
                  <a:srgbClr val="586875"/>
                </a:solidFill>
              </a:defRPr>
            </a:lvl1pPr>
            <a:lvl2pPr>
              <a:buNone/>
              <a:defRPr sz="1875" b="0">
                <a:solidFill>
                  <a:srgbClr val="586875"/>
                </a:solidFill>
              </a:defRPr>
            </a:lvl2pPr>
            <a:lvl3pPr>
              <a:buNone/>
              <a:defRPr sz="1875" b="0">
                <a:solidFill>
                  <a:srgbClr val="586875"/>
                </a:solidFill>
              </a:defRPr>
            </a:lvl3pPr>
            <a:lvl4pPr>
              <a:buNone/>
              <a:defRPr sz="1875" b="0">
                <a:solidFill>
                  <a:srgbClr val="586875"/>
                </a:solidFill>
              </a:defRPr>
            </a:lvl4pPr>
            <a:lvl5pPr>
              <a:buNone/>
              <a:defRPr sz="1875" b="0">
                <a:solidFill>
                  <a:srgbClr val="586875"/>
                </a:solidFill>
              </a:defRPr>
            </a:lvl5pPr>
            <a:lvl6pPr>
              <a:buNone/>
              <a:defRPr sz="1875" b="0">
                <a:solidFill>
                  <a:srgbClr val="586875"/>
                </a:solidFill>
              </a:defRPr>
            </a:lvl6pPr>
            <a:lvl7pPr>
              <a:buNone/>
              <a:defRPr sz="1875" b="0">
                <a:solidFill>
                  <a:srgbClr val="586875"/>
                </a:solidFill>
              </a:defRPr>
            </a:lvl7pPr>
            <a:lvl8pPr>
              <a:buNone/>
              <a:defRPr sz="1875" b="0">
                <a:solidFill>
                  <a:srgbClr val="586875"/>
                </a:solidFill>
              </a:defRPr>
            </a:lvl8pPr>
            <a:lvl9pPr>
              <a:buNone/>
              <a:defRPr sz="1875" b="0">
                <a:solidFill>
                  <a:srgbClr val="586875"/>
                </a:solidFill>
              </a:defRPr>
            </a:lvl9pPr>
          </a:lstStyle>
          <a:p>
            <a:pPr>
              <a:buNone/>
              <a:defRPr sz="1875" b="0">
                <a:solidFill>
                  <a:srgbClr val="586875"/>
                </a:solidFill>
              </a:defRPr>
            </a:pPr>
            <a:r>
              <a:rPr sz="1875" b="0">
                <a:solidFill>
                  <a:srgbClr val="586875"/>
                </a:solidFill>
              </a:rPr>
              <a:t>main.py contains the classes. try_it.py accepts user input.</a:t>
            </a:r>
          </a:p>
        </p:txBody>
      </p:sp>
    </p:spTree>
    <p:extLst>
      <p:ext uri="{BB962C8B-B14F-4D97-AF65-F5344CB8AC3E}">
        <p14:creationId xmlns:p14="http://schemas.microsoft.com/office/powerpoint/2010/main" val="187771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38423B9F-DBA2-4AD5-A4EF-E690100483E5}"/>
              </a:ext>
            </a:extLst>
          </p:cNvPr>
          <p:cNvSpPr>
            <a:spLocks noGrp="1"/>
          </p:cNvSpPr>
          <p:nvPr/>
        </p:nvSpPr>
        <p:spPr>
          <a:xfrm>
            <a:off x="609600" y="419100"/>
            <a:ext cx="10972800" cy="666750"/>
          </a:xfrm>
          <a:prstGeom prst="rect">
            <a:avLst/>
          </a:prstGeom>
          <a:noFill/>
          <a:ln w="0">
            <a:noFill/>
          </a:ln>
        </p:spPr>
        <p:txBody>
          <a:bodyPr/>
          <a:lstStyle>
            <a:defPPr>
              <a:defRPr sz="3300" b="1">
                <a:solidFill>
                  <a:srgbClr val="132D48"/>
                </a:solidFill>
              </a:defRPr>
            </a:defPPr>
            <a:lvl1pPr>
              <a:buNone/>
              <a:defRPr sz="3300" b="1">
                <a:solidFill>
                  <a:srgbClr val="132D48"/>
                </a:solidFill>
              </a:defRPr>
            </a:lvl1pPr>
            <a:lvl2pPr>
              <a:buNone/>
              <a:defRPr sz="3300" b="1">
                <a:solidFill>
                  <a:srgbClr val="132D48"/>
                </a:solidFill>
              </a:defRPr>
            </a:lvl2pPr>
            <a:lvl3pPr>
              <a:buNone/>
              <a:defRPr sz="3300" b="1">
                <a:solidFill>
                  <a:srgbClr val="132D48"/>
                </a:solidFill>
              </a:defRPr>
            </a:lvl3pPr>
            <a:lvl4pPr>
              <a:buNone/>
              <a:defRPr sz="3300" b="1">
                <a:solidFill>
                  <a:srgbClr val="132D48"/>
                </a:solidFill>
              </a:defRPr>
            </a:lvl4pPr>
            <a:lvl5pPr>
              <a:buNone/>
              <a:defRPr sz="3300" b="1">
                <a:solidFill>
                  <a:srgbClr val="132D48"/>
                </a:solidFill>
              </a:defRPr>
            </a:lvl5pPr>
            <a:lvl6pPr>
              <a:buNone/>
              <a:defRPr sz="3300" b="1">
                <a:solidFill>
                  <a:srgbClr val="132D48"/>
                </a:solidFill>
              </a:defRPr>
            </a:lvl6pPr>
            <a:lvl7pPr>
              <a:buNone/>
              <a:defRPr sz="3300" b="1">
                <a:solidFill>
                  <a:srgbClr val="132D48"/>
                </a:solidFill>
              </a:defRPr>
            </a:lvl7pPr>
            <a:lvl8pPr>
              <a:buNone/>
              <a:defRPr sz="3300" b="1">
                <a:solidFill>
                  <a:srgbClr val="132D48"/>
                </a:solidFill>
              </a:defRPr>
            </a:lvl8pPr>
            <a:lvl9pPr>
              <a:buNone/>
              <a:defRPr sz="3300" b="1">
                <a:solidFill>
                  <a:srgbClr val="132D48"/>
                </a:solidFill>
              </a:defRPr>
            </a:lvl9pPr>
          </a:lstStyle>
          <a:p>
            <a:pPr>
              <a:buNone/>
              <a:defRPr sz="3300" b="1">
                <a:solidFill>
                  <a:srgbClr val="132D48"/>
                </a:solidFill>
              </a:defRPr>
            </a:pPr>
            <a:r>
              <a:rPr sz="3300" b="1">
                <a:solidFill>
                  <a:srgbClr val="132D48"/>
                </a:solidFill>
              </a:rPr>
              <a:t>Shared settings and object names</a:t>
            </a:r>
          </a:p>
        </p:txBody>
      </p:sp>
      <p:sp>
        <p:nvSpPr>
          <p:cNvPr id="3" name="Прямоугольник 2">
            <a:extLst>
              <a:ext uri="{FF2B5EF4-FFF2-40B4-BE49-F238E27FC236}">
                <a16:creationId xmlns:a16="http://schemas.microsoft.com/office/drawing/2014/main" id="{656A0C4D-0525-4D44-95C7-2DCBD0400831}"/>
              </a:ext>
            </a:extLst>
          </p:cNvPr>
          <p:cNvSpPr>
            <a:spLocks noGrp="1"/>
          </p:cNvSpPr>
          <p:nvPr/>
        </p:nvSpPr>
        <p:spPr>
          <a:xfrm>
            <a:off x="11125200" y="6343650"/>
            <a:ext cx="533400" cy="266700"/>
          </a:xfrm>
          <a:prstGeom prst="rect">
            <a:avLst/>
          </a:prstGeom>
          <a:noFill/>
          <a:ln w="0">
            <a:noFill/>
          </a:ln>
        </p:spPr>
        <p:txBody>
          <a:bodyPr/>
          <a:lstStyle>
            <a:defPPr>
              <a:defRPr sz="1350" b="0">
                <a:solidFill>
                  <a:srgbClr val="586875"/>
                </a:solidFill>
              </a:defRPr>
            </a:defPPr>
            <a:lvl1pPr>
              <a:buNone/>
              <a:defRPr sz="1350" b="0">
                <a:solidFill>
                  <a:srgbClr val="586875"/>
                </a:solidFill>
              </a:defRPr>
            </a:lvl1pPr>
            <a:lvl2pPr>
              <a:buNone/>
              <a:defRPr sz="1350" b="0">
                <a:solidFill>
                  <a:srgbClr val="586875"/>
                </a:solidFill>
              </a:defRPr>
            </a:lvl2pPr>
            <a:lvl3pPr>
              <a:buNone/>
              <a:defRPr sz="1350" b="0">
                <a:solidFill>
                  <a:srgbClr val="586875"/>
                </a:solidFill>
              </a:defRPr>
            </a:lvl3pPr>
            <a:lvl4pPr>
              <a:buNone/>
              <a:defRPr sz="1350" b="0">
                <a:solidFill>
                  <a:srgbClr val="586875"/>
                </a:solidFill>
              </a:defRPr>
            </a:lvl4pPr>
            <a:lvl5pPr>
              <a:buNone/>
              <a:defRPr sz="1350" b="0">
                <a:solidFill>
                  <a:srgbClr val="586875"/>
                </a:solidFill>
              </a:defRPr>
            </a:lvl5pPr>
            <a:lvl6pPr>
              <a:buNone/>
              <a:defRPr sz="1350" b="0">
                <a:solidFill>
                  <a:srgbClr val="586875"/>
                </a:solidFill>
              </a:defRPr>
            </a:lvl6pPr>
            <a:lvl7pPr>
              <a:buNone/>
              <a:defRPr sz="1350" b="0">
                <a:solidFill>
                  <a:srgbClr val="586875"/>
                </a:solidFill>
              </a:defRPr>
            </a:lvl7pPr>
            <a:lvl8pPr>
              <a:buNone/>
              <a:defRPr sz="1350" b="0">
                <a:solidFill>
                  <a:srgbClr val="586875"/>
                </a:solidFill>
              </a:defRPr>
            </a:lvl8pPr>
            <a:lvl9pPr>
              <a:buNone/>
              <a:defRPr sz="1350" b="0">
                <a:solidFill>
                  <a:srgbClr val="586875"/>
                </a:solidFill>
              </a:defRPr>
            </a:lvl9pPr>
          </a:lstStyle>
          <a:p>
            <a:pPr>
              <a:buNone/>
              <a:defRPr sz="1350" b="0">
                <a:solidFill>
                  <a:srgbClr val="586875"/>
                </a:solidFill>
              </a:defRPr>
            </a:pPr>
            <a:r>
              <a:rPr sz="1350" b="0">
                <a:solidFill>
                  <a:srgbClr val="586875"/>
                </a:solidFill>
              </a:rPr>
              <a:t>03</a:t>
            </a:r>
          </a:p>
        </p:txBody>
      </p:sp>
      <p:graphicFrame>
        <p:nvGraphicFramePr>
          <p:cNvPr id="4" name="Таблица 3">
            <a:extLst>
              <a:ext uri="{FF2B5EF4-FFF2-40B4-BE49-F238E27FC236}">
                <a16:creationId xmlns:a16="http://schemas.microsoft.com/office/drawing/2014/main" id="{2A698902-FB09-420E-B2F0-6525DBDF4A5E}"/>
              </a:ext>
            </a:extLst>
          </p:cNvPr>
          <p:cNvGraphicFramePr/>
          <p:nvPr/>
        </p:nvGraphicFramePr>
        <p:xfrm>
          <a:off x="685800" y="1504950"/>
          <a:ext cx="10820400" cy="2476500"/>
        </p:xfrm>
        <a:graphic>
          <a:graphicData uri="http://schemas.openxmlformats.org/drawingml/2006/table">
            <a:tbl>
              <a:tblPr/>
              <a:tblGrid>
                <a:gridCol w="2476500">
                  <a:extLst>
                    <a:ext uri="{9D8B030D-6E8A-4147-A177-3AD203B41FA5}">
                      <a16:colId xmlns:a16="http://schemas.microsoft.com/office/drawing/2014/main" val="20000"/>
                    </a:ext>
                  </a:extLst>
                </a:gridCol>
                <a:gridCol w="3524250">
                  <a:extLst>
                    <a:ext uri="{9D8B030D-6E8A-4147-A177-3AD203B41FA5}">
                      <a16:colId xmlns:a16="http://schemas.microsoft.com/office/drawing/2014/main" val="20001"/>
                    </a:ext>
                  </a:extLst>
                </a:gridCol>
                <a:gridCol w="4819650">
                  <a:extLst>
                    <a:ext uri="{9D8B030D-6E8A-4147-A177-3AD203B41FA5}">
                      <a16:colId xmlns:a16="http://schemas.microsoft.com/office/drawing/2014/main" val="20002"/>
                    </a:ext>
                  </a:extLst>
                </a:gridCol>
              </a:tblGrid>
              <a:tr h="619125">
                <a:tc>
                  <a:txBody>
                    <a:bodyPr/>
                    <a:lstStyle/>
                    <a:p>
                      <a:r>
                        <a:rPr sz="1875" b="1">
                          <a:solidFill>
                            <a:srgbClr val="FFFFFF"/>
                          </a:solidFill>
                        </a:rPr>
                        <a:t>Member</a:t>
                      </a:r>
                    </a:p>
                  </a:txBody>
                  <a:tcPr>
                    <a:lnL w="9525">
                      <a:solidFill>
                        <a:srgbClr val="D5DFE6"/>
                      </a:solidFill>
                      <a:prstDash val="solid"/>
                    </a:lnL>
                    <a:lnR w="9525">
                      <a:solidFill>
                        <a:srgbClr val="D5DFE6"/>
                      </a:solidFill>
                      <a:prstDash val="solid"/>
                    </a:lnR>
                    <a:lnT w="9525">
                      <a:solidFill>
                        <a:srgbClr val="D5DFE6"/>
                      </a:solidFill>
                      <a:prstDash val="solid"/>
                    </a:lnT>
                    <a:lnB w="9525">
                      <a:solidFill>
                        <a:srgbClr val="D5DFE6"/>
                      </a:solidFill>
                      <a:prstDash val="solid"/>
                    </a:lnB>
                    <a:solidFill>
                      <a:srgbClr val="132D48"/>
                    </a:solidFill>
                  </a:tcPr>
                </a:tc>
                <a:tc>
                  <a:txBody>
                    <a:bodyPr/>
                    <a:lstStyle/>
                    <a:p>
                      <a:r>
                        <a:rPr sz="1875" b="1">
                          <a:solidFill>
                            <a:srgbClr val="FFFFFF"/>
                          </a:solidFill>
                        </a:rPr>
                        <a:t>Belongs to</a:t>
                      </a:r>
                    </a:p>
                  </a:txBody>
                  <a:tcPr>
                    <a:lnL w="9525" cap="flat" cmpd="sng" algn="ctr">
                      <a:solidFill>
                        <a:srgbClr val="D5DFE6"/>
                      </a:solidFill>
                      <a:prstDash val="solid"/>
                      <a:round/>
                      <a:headEnd type="none" w="med" len="med"/>
                      <a:tailEnd type="none" w="med" len="med"/>
                    </a:lnL>
                    <a:lnR w="9525">
                      <a:solidFill>
                        <a:srgbClr val="D5DFE6"/>
                      </a:solidFill>
                      <a:prstDash val="solid"/>
                    </a:lnR>
                    <a:lnT w="9525">
                      <a:solidFill>
                        <a:srgbClr val="D5DFE6"/>
                      </a:solidFill>
                      <a:prstDash val="solid"/>
                    </a:lnT>
                    <a:lnB w="9525">
                      <a:solidFill>
                        <a:srgbClr val="D5DFE6"/>
                      </a:solidFill>
                      <a:prstDash val="solid"/>
                    </a:lnB>
                    <a:solidFill>
                      <a:srgbClr val="132D48"/>
                    </a:solidFill>
                  </a:tcPr>
                </a:tc>
                <a:tc>
                  <a:txBody>
                    <a:bodyPr/>
                    <a:lstStyle/>
                    <a:p>
                      <a:r>
                        <a:rPr sz="1875" b="1">
                          <a:solidFill>
                            <a:srgbClr val="FFFFFF"/>
                          </a:solidFill>
                        </a:rPr>
                        <a:t>Example</a:t>
                      </a:r>
                    </a:p>
                  </a:txBody>
                  <a:tcPr>
                    <a:lnL w="9525" cap="flat" cmpd="sng" algn="ctr">
                      <a:solidFill>
                        <a:srgbClr val="D5DFE6"/>
                      </a:solidFill>
                      <a:prstDash val="solid"/>
                      <a:round/>
                      <a:headEnd type="none" w="med" len="med"/>
                      <a:tailEnd type="none" w="med" len="med"/>
                    </a:lnL>
                    <a:lnR w="9525">
                      <a:solidFill>
                        <a:srgbClr val="D5DFE6"/>
                      </a:solidFill>
                      <a:prstDash val="solid"/>
                    </a:lnR>
                    <a:lnT w="9525">
                      <a:solidFill>
                        <a:srgbClr val="D5DFE6"/>
                      </a:solidFill>
                      <a:prstDash val="solid"/>
                    </a:lnT>
                    <a:lnB w="9525">
                      <a:solidFill>
                        <a:srgbClr val="D5DFE6"/>
                      </a:solidFill>
                      <a:prstDash val="solid"/>
                    </a:lnB>
                    <a:solidFill>
                      <a:srgbClr val="132D48"/>
                    </a:solidFill>
                  </a:tcPr>
                </a:tc>
                <a:extLst>
                  <a:ext uri="{0D108BD9-81ED-4DB2-BD59-A6C34878D82A}">
                    <a16:rowId xmlns:a16="http://schemas.microsoft.com/office/drawing/2014/main" val="10000"/>
                  </a:ext>
                </a:extLst>
              </a:tr>
              <a:tr h="619125">
                <a:tc>
                  <a:txBody>
                    <a:bodyPr/>
                    <a:lstStyle/>
                    <a:p>
                      <a:r>
                        <a:rPr sz="1875" b="0">
                          <a:solidFill>
                            <a:srgbClr val="182B3A"/>
                          </a:solidFill>
                        </a:rPr>
                        <a:t>level</a:t>
                      </a:r>
                    </a:p>
                  </a:txBody>
                  <a:tcPr>
                    <a:lnL w="9525">
                      <a:solidFill>
                        <a:srgbClr val="D5DFE6"/>
                      </a:solidFill>
                      <a:prstDash val="soli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FFFFFF"/>
                    </a:solidFill>
                  </a:tcPr>
                </a:tc>
                <a:tc>
                  <a:txBody>
                    <a:bodyPr/>
                    <a:lstStyle/>
                    <a:p>
                      <a:r>
                        <a:rPr sz="1875" b="0">
                          <a:solidFill>
                            <a:srgbClr val="182B3A"/>
                          </a:solidFill>
                        </a:rPr>
                        <a:t>The class</a:t>
                      </a:r>
                    </a:p>
                  </a:txBody>
                  <a:tcPr>
                    <a:lnL w="9525" cap="flat" cmpd="sng" algn="ctr">
                      <a:solidFill>
                        <a:srgbClr val="D5DFE6"/>
                      </a:solidFill>
                      <a:prstDash val="solid"/>
                      <a:round/>
                      <a:headEnd type="none" w="med" len="med"/>
                      <a:tailEnd type="none" w="med" len="me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FFFFFF"/>
                    </a:solidFill>
                  </a:tcPr>
                </a:tc>
                <a:tc>
                  <a:txBody>
                    <a:bodyPr/>
                    <a:lstStyle/>
                    <a:p>
                      <a:r>
                        <a:rPr sz="1875" b="0">
                          <a:solidFill>
                            <a:srgbClr val="182B3A"/>
                          </a:solidFill>
                        </a:rPr>
                        <a:t>LogLevel.INFO</a:t>
                      </a:r>
                    </a:p>
                  </a:txBody>
                  <a:tcPr>
                    <a:lnL w="9525" cap="flat" cmpd="sng" algn="ctr">
                      <a:solidFill>
                        <a:srgbClr val="D5DFE6"/>
                      </a:solidFill>
                      <a:prstDash val="solid"/>
                      <a:round/>
                      <a:headEnd type="none" w="med" len="med"/>
                      <a:tailEnd type="none" w="med" len="me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FFFFFF"/>
                    </a:solidFill>
                  </a:tcPr>
                </a:tc>
                <a:extLst>
                  <a:ext uri="{0D108BD9-81ED-4DB2-BD59-A6C34878D82A}">
                    <a16:rowId xmlns:a16="http://schemas.microsoft.com/office/drawing/2014/main" val="10001"/>
                  </a:ext>
                </a:extLst>
              </a:tr>
              <a:tr h="619125">
                <a:tc>
                  <a:txBody>
                    <a:bodyPr/>
                    <a:lstStyle/>
                    <a:p>
                      <a:r>
                        <a:rPr sz="1875" b="0">
                          <a:solidFill>
                            <a:srgbClr val="182B3A"/>
                          </a:solidFill>
                        </a:rPr>
                        <a:t>format</a:t>
                      </a:r>
                    </a:p>
                  </a:txBody>
                  <a:tcPr>
                    <a:lnL w="9525">
                      <a:solidFill>
                        <a:srgbClr val="D5DFE6"/>
                      </a:solidFill>
                      <a:prstDash val="soli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E9F2F4"/>
                    </a:solidFill>
                  </a:tcPr>
                </a:tc>
                <a:tc>
                  <a:txBody>
                    <a:bodyPr/>
                    <a:lstStyle/>
                    <a:p>
                      <a:r>
                        <a:rPr sz="1875" b="0">
                          <a:solidFill>
                            <a:srgbClr val="182B3A"/>
                          </a:solidFill>
                        </a:rPr>
                        <a:t>The class</a:t>
                      </a:r>
                    </a:p>
                  </a:txBody>
                  <a:tcPr>
                    <a:lnL w="9525" cap="flat" cmpd="sng" algn="ctr">
                      <a:solidFill>
                        <a:srgbClr val="D5DFE6"/>
                      </a:solidFill>
                      <a:prstDash val="solid"/>
                      <a:round/>
                      <a:headEnd type="none" w="med" len="med"/>
                      <a:tailEnd type="none" w="med" len="me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E9F2F4"/>
                    </a:solidFill>
                  </a:tcPr>
                </a:tc>
                <a:tc>
                  <a:txBody>
                    <a:bodyPr/>
                    <a:lstStyle/>
                    <a:p>
                      <a:r>
                        <a:rPr sz="1875" b="0">
                          <a:solidFill>
                            <a:srgbClr val="182B3A"/>
                          </a:solidFill>
                        </a:rPr>
                        <a:t>[%l] %m</a:t>
                      </a:r>
                    </a:p>
                  </a:txBody>
                  <a:tcPr>
                    <a:lnL w="9525" cap="flat" cmpd="sng" algn="ctr">
                      <a:solidFill>
                        <a:srgbClr val="D5DFE6"/>
                      </a:solidFill>
                      <a:prstDash val="solid"/>
                      <a:round/>
                      <a:headEnd type="none" w="med" len="med"/>
                      <a:tailEnd type="none" w="med" len="me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E9F2F4"/>
                    </a:solidFill>
                  </a:tcPr>
                </a:tc>
                <a:extLst>
                  <a:ext uri="{0D108BD9-81ED-4DB2-BD59-A6C34878D82A}">
                    <a16:rowId xmlns:a16="http://schemas.microsoft.com/office/drawing/2014/main" val="10002"/>
                  </a:ext>
                </a:extLst>
              </a:tr>
              <a:tr h="619125">
                <a:tc>
                  <a:txBody>
                    <a:bodyPr/>
                    <a:lstStyle/>
                    <a:p>
                      <a:r>
                        <a:rPr sz="1875" b="0">
                          <a:solidFill>
                            <a:srgbClr val="182B3A"/>
                          </a:solidFill>
                        </a:rPr>
                        <a:t>name</a:t>
                      </a:r>
                    </a:p>
                  </a:txBody>
                  <a:tcPr>
                    <a:lnL w="9525">
                      <a:solidFill>
                        <a:srgbClr val="D5DFE6"/>
                      </a:solidFill>
                      <a:prstDash val="soli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FFFFFF"/>
                    </a:solidFill>
                  </a:tcPr>
                </a:tc>
                <a:tc>
                  <a:txBody>
                    <a:bodyPr/>
                    <a:lstStyle/>
                    <a:p>
                      <a:r>
                        <a:rPr sz="1875" b="0">
                          <a:solidFill>
                            <a:srgbClr val="182B3A"/>
                          </a:solidFill>
                        </a:rPr>
                        <a:t>One object</a:t>
                      </a:r>
                    </a:p>
                  </a:txBody>
                  <a:tcPr>
                    <a:lnL w="9525" cap="flat" cmpd="sng" algn="ctr">
                      <a:solidFill>
                        <a:srgbClr val="D5DFE6"/>
                      </a:solidFill>
                      <a:prstDash val="solid"/>
                      <a:round/>
                      <a:headEnd type="none" w="med" len="med"/>
                      <a:tailEnd type="none" w="med" len="me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FFFFFF"/>
                    </a:solidFill>
                  </a:tcPr>
                </a:tc>
                <a:tc>
                  <a:txBody>
                    <a:bodyPr/>
                    <a:lstStyle/>
                    <a:p>
                      <a:r>
                        <a:rPr sz="1875" b="0">
                          <a:solidFill>
                            <a:srgbClr val="182B3A"/>
                          </a:solidFill>
                        </a:rPr>
                        <a:t>First or Second</a:t>
                      </a:r>
                    </a:p>
                  </a:txBody>
                  <a:tcPr>
                    <a:lnL w="9525" cap="flat" cmpd="sng" algn="ctr">
                      <a:solidFill>
                        <a:srgbClr val="D5DFE6"/>
                      </a:solidFill>
                      <a:prstDash val="solid"/>
                      <a:round/>
                      <a:headEnd type="none" w="med" len="med"/>
                      <a:tailEnd type="none" w="med" len="me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5" name="Прямоугольник 4">
            <a:extLst>
              <a:ext uri="{FF2B5EF4-FFF2-40B4-BE49-F238E27FC236}">
                <a16:creationId xmlns:a16="http://schemas.microsoft.com/office/drawing/2014/main" id="{7C2F672E-EE10-421E-80B2-2907B29392CE}"/>
              </a:ext>
            </a:extLst>
          </p:cNvPr>
          <p:cNvSpPr>
            <a:spLocks noGrp="1"/>
          </p:cNvSpPr>
          <p:nvPr/>
        </p:nvSpPr>
        <p:spPr>
          <a:xfrm>
            <a:off x="800100" y="4343400"/>
            <a:ext cx="10572750" cy="1200150"/>
          </a:xfrm>
          <a:prstGeom prst="rect">
            <a:avLst/>
          </a:prstGeom>
          <a:noFill/>
          <a:ln w="0">
            <a:noFill/>
          </a:ln>
        </p:spPr>
        <p:txBody>
          <a:bodyPr/>
          <a:lstStyle>
            <a:defPPr>
              <a:defRPr sz="2100" b="0">
                <a:solidFill>
                  <a:srgbClr val="132D48"/>
                </a:solidFill>
              </a:defRPr>
            </a:defPPr>
            <a:lvl1pPr>
              <a:buNone/>
              <a:defRPr sz="2100" b="0">
                <a:solidFill>
                  <a:srgbClr val="132D48"/>
                </a:solidFill>
              </a:defRPr>
            </a:lvl1pPr>
            <a:lvl2pPr>
              <a:buNone/>
              <a:defRPr sz="2100" b="0">
                <a:solidFill>
                  <a:srgbClr val="132D48"/>
                </a:solidFill>
              </a:defRPr>
            </a:lvl2pPr>
            <a:lvl3pPr>
              <a:buNone/>
              <a:defRPr sz="2100" b="0">
                <a:solidFill>
                  <a:srgbClr val="132D48"/>
                </a:solidFill>
              </a:defRPr>
            </a:lvl3pPr>
            <a:lvl4pPr>
              <a:buNone/>
              <a:defRPr sz="2100" b="0">
                <a:solidFill>
                  <a:srgbClr val="132D48"/>
                </a:solidFill>
              </a:defRPr>
            </a:lvl4pPr>
            <a:lvl5pPr>
              <a:buNone/>
              <a:defRPr sz="2100" b="0">
                <a:solidFill>
                  <a:srgbClr val="132D48"/>
                </a:solidFill>
              </a:defRPr>
            </a:lvl5pPr>
            <a:lvl6pPr>
              <a:buNone/>
              <a:defRPr sz="2100" b="0">
                <a:solidFill>
                  <a:srgbClr val="132D48"/>
                </a:solidFill>
              </a:defRPr>
            </a:lvl6pPr>
            <a:lvl7pPr>
              <a:buNone/>
              <a:defRPr sz="2100" b="0">
                <a:solidFill>
                  <a:srgbClr val="132D48"/>
                </a:solidFill>
              </a:defRPr>
            </a:lvl7pPr>
            <a:lvl8pPr>
              <a:buNone/>
              <a:defRPr sz="2100" b="0">
                <a:solidFill>
                  <a:srgbClr val="132D48"/>
                </a:solidFill>
              </a:defRPr>
            </a:lvl8pPr>
            <a:lvl9pPr>
              <a:buNone/>
              <a:defRPr sz="2100" b="0">
                <a:solidFill>
                  <a:srgbClr val="132D48"/>
                </a:solidFill>
              </a:defRPr>
            </a:lvl9pPr>
          </a:lstStyle>
          <a:p>
            <a:pPr>
              <a:buNone/>
              <a:defRPr sz="2100" b="0">
                <a:solidFill>
                  <a:srgbClr val="132D48"/>
                </a:solidFill>
              </a:defRPr>
            </a:pPr>
            <a:r>
              <a:rPr sz="2100" b="0">
                <a:solidFill>
                  <a:srgbClr val="132D48"/>
                </a:solidFill>
              </a:rPr>
              <a:t>first = Logger("First")</a:t>
            </a:r>
          </a:p>
          <a:p>
            <a:pPr>
              <a:buNone/>
              <a:defRPr sz="2100" b="0">
                <a:solidFill>
                  <a:srgbClr val="132D48"/>
                </a:solidFill>
              </a:defRPr>
            </a:pPr>
            <a:r>
              <a:rPr sz="2100" b="0">
                <a:solidFill>
                  <a:srgbClr val="132D48"/>
                </a:solidFill>
              </a:rPr>
              <a:t>second = Logger("Second")</a:t>
            </a:r>
          </a:p>
          <a:p>
            <a:pPr>
              <a:buNone/>
              <a:defRPr sz="2100" b="0">
                <a:solidFill>
                  <a:srgbClr val="132D48"/>
                </a:solidFill>
              </a:defRPr>
            </a:pPr>
            <a:r>
              <a:rPr sz="2100" b="0">
                <a:solidFill>
                  <a:srgbClr val="132D48"/>
                </a:solidFill>
              </a:rPr>
              <a:t>Logger.set_level(LogLevel.ERROR)</a:t>
            </a:r>
          </a:p>
        </p:txBody>
      </p:sp>
      <p:sp>
        <p:nvSpPr>
          <p:cNvPr id="6" name="Прямоугольник 5">
            <a:extLst>
              <a:ext uri="{FF2B5EF4-FFF2-40B4-BE49-F238E27FC236}">
                <a16:creationId xmlns:a16="http://schemas.microsoft.com/office/drawing/2014/main" id="{B05DCB64-3D0C-44BF-B1F4-81BE2967F403}"/>
              </a:ext>
            </a:extLst>
          </p:cNvPr>
          <p:cNvSpPr>
            <a:spLocks noGrp="1"/>
          </p:cNvSpPr>
          <p:nvPr/>
        </p:nvSpPr>
        <p:spPr>
          <a:xfrm>
            <a:off x="685800" y="5772150"/>
            <a:ext cx="10477500" cy="400050"/>
          </a:xfrm>
          <a:prstGeom prst="rect">
            <a:avLst/>
          </a:prstGeom>
          <a:noFill/>
          <a:ln w="0">
            <a:noFill/>
          </a:ln>
        </p:spPr>
        <p:txBody>
          <a:bodyPr/>
          <a:lstStyle>
            <a:defPPr>
              <a:defRPr sz="2175" b="1">
                <a:solidFill>
                  <a:srgbClr val="007D85"/>
                </a:solidFill>
              </a:defRPr>
            </a:defPPr>
            <a:lvl1pPr>
              <a:buNone/>
              <a:defRPr sz="2175" b="1">
                <a:solidFill>
                  <a:srgbClr val="007D85"/>
                </a:solidFill>
              </a:defRPr>
            </a:lvl1pPr>
            <a:lvl2pPr>
              <a:buNone/>
              <a:defRPr sz="2175" b="1">
                <a:solidFill>
                  <a:srgbClr val="007D85"/>
                </a:solidFill>
              </a:defRPr>
            </a:lvl2pPr>
            <a:lvl3pPr>
              <a:buNone/>
              <a:defRPr sz="2175" b="1">
                <a:solidFill>
                  <a:srgbClr val="007D85"/>
                </a:solidFill>
              </a:defRPr>
            </a:lvl3pPr>
            <a:lvl4pPr>
              <a:buNone/>
              <a:defRPr sz="2175" b="1">
                <a:solidFill>
                  <a:srgbClr val="007D85"/>
                </a:solidFill>
              </a:defRPr>
            </a:lvl4pPr>
            <a:lvl5pPr>
              <a:buNone/>
              <a:defRPr sz="2175" b="1">
                <a:solidFill>
                  <a:srgbClr val="007D85"/>
                </a:solidFill>
              </a:defRPr>
            </a:lvl5pPr>
            <a:lvl6pPr>
              <a:buNone/>
              <a:defRPr sz="2175" b="1">
                <a:solidFill>
                  <a:srgbClr val="007D85"/>
                </a:solidFill>
              </a:defRPr>
            </a:lvl6pPr>
            <a:lvl7pPr>
              <a:buNone/>
              <a:defRPr sz="2175" b="1">
                <a:solidFill>
                  <a:srgbClr val="007D85"/>
                </a:solidFill>
              </a:defRPr>
            </a:lvl7pPr>
            <a:lvl8pPr>
              <a:buNone/>
              <a:defRPr sz="2175" b="1">
                <a:solidFill>
                  <a:srgbClr val="007D85"/>
                </a:solidFill>
              </a:defRPr>
            </a:lvl8pPr>
            <a:lvl9pPr>
              <a:buNone/>
              <a:defRPr sz="2175" b="1">
                <a:solidFill>
                  <a:srgbClr val="007D85"/>
                </a:solidFill>
              </a:defRPr>
            </a:lvl9pPr>
          </a:lstStyle>
          <a:p>
            <a:pPr>
              <a:buNone/>
              <a:defRPr sz="2175" b="1">
                <a:solidFill>
                  <a:srgbClr val="007D85"/>
                </a:solidFill>
              </a:defRPr>
            </a:pPr>
            <a:r>
              <a:rPr sz="2175" b="1">
                <a:solidFill>
                  <a:srgbClr val="007D85"/>
                </a:solidFill>
              </a:rPr>
              <a:t>Both objects now print only ERROR messages.</a:t>
            </a:r>
          </a:p>
        </p:txBody>
      </p:sp>
    </p:spTree>
    <p:extLst>
      <p:ext uri="{BB962C8B-B14F-4D97-AF65-F5344CB8AC3E}">
        <p14:creationId xmlns:p14="http://schemas.microsoft.com/office/powerpoint/2010/main" val="19691583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60D4011C-4175-46D9-8FE4-DDE1D566B78E}"/>
              </a:ext>
            </a:extLst>
          </p:cNvPr>
          <p:cNvSpPr>
            <a:spLocks noGrp="1"/>
          </p:cNvSpPr>
          <p:nvPr/>
        </p:nvSpPr>
        <p:spPr>
          <a:xfrm>
            <a:off x="609600" y="419100"/>
            <a:ext cx="10972800" cy="666750"/>
          </a:xfrm>
          <a:prstGeom prst="rect">
            <a:avLst/>
          </a:prstGeom>
          <a:noFill/>
          <a:ln w="0">
            <a:noFill/>
          </a:ln>
        </p:spPr>
        <p:txBody>
          <a:bodyPr/>
          <a:lstStyle>
            <a:defPPr>
              <a:defRPr sz="3300" b="1">
                <a:solidFill>
                  <a:srgbClr val="132D48"/>
                </a:solidFill>
              </a:defRPr>
            </a:defPPr>
            <a:lvl1pPr>
              <a:buNone/>
              <a:defRPr sz="3300" b="1">
                <a:solidFill>
                  <a:srgbClr val="132D48"/>
                </a:solidFill>
              </a:defRPr>
            </a:lvl1pPr>
            <a:lvl2pPr>
              <a:buNone/>
              <a:defRPr sz="3300" b="1">
                <a:solidFill>
                  <a:srgbClr val="132D48"/>
                </a:solidFill>
              </a:defRPr>
            </a:lvl2pPr>
            <a:lvl3pPr>
              <a:buNone/>
              <a:defRPr sz="3300" b="1">
                <a:solidFill>
                  <a:srgbClr val="132D48"/>
                </a:solidFill>
              </a:defRPr>
            </a:lvl3pPr>
            <a:lvl4pPr>
              <a:buNone/>
              <a:defRPr sz="3300" b="1">
                <a:solidFill>
                  <a:srgbClr val="132D48"/>
                </a:solidFill>
              </a:defRPr>
            </a:lvl4pPr>
            <a:lvl5pPr>
              <a:buNone/>
              <a:defRPr sz="3300" b="1">
                <a:solidFill>
                  <a:srgbClr val="132D48"/>
                </a:solidFill>
              </a:defRPr>
            </a:lvl5pPr>
            <a:lvl6pPr>
              <a:buNone/>
              <a:defRPr sz="3300" b="1">
                <a:solidFill>
                  <a:srgbClr val="132D48"/>
                </a:solidFill>
              </a:defRPr>
            </a:lvl6pPr>
            <a:lvl7pPr>
              <a:buNone/>
              <a:defRPr sz="3300" b="1">
                <a:solidFill>
                  <a:srgbClr val="132D48"/>
                </a:solidFill>
              </a:defRPr>
            </a:lvl7pPr>
            <a:lvl8pPr>
              <a:buNone/>
              <a:defRPr sz="3300" b="1">
                <a:solidFill>
                  <a:srgbClr val="132D48"/>
                </a:solidFill>
              </a:defRPr>
            </a:lvl8pPr>
            <a:lvl9pPr>
              <a:buNone/>
              <a:defRPr sz="3300" b="1">
                <a:solidFill>
                  <a:srgbClr val="132D48"/>
                </a:solidFill>
              </a:defRPr>
            </a:lvl9pPr>
          </a:lstStyle>
          <a:p>
            <a:pPr>
              <a:buNone/>
              <a:defRPr sz="3300" b="1">
                <a:solidFill>
                  <a:srgbClr val="132D48"/>
                </a:solidFill>
              </a:defRPr>
            </a:pPr>
            <a:r>
              <a:rPr sz="3300" b="1">
                <a:solidFill>
                  <a:srgbClr val="132D48"/>
                </a:solidFill>
              </a:rPr>
              <a:t>Log levels</a:t>
            </a:r>
          </a:p>
        </p:txBody>
      </p:sp>
      <p:sp>
        <p:nvSpPr>
          <p:cNvPr id="3" name="Прямоугольник 2">
            <a:extLst>
              <a:ext uri="{FF2B5EF4-FFF2-40B4-BE49-F238E27FC236}">
                <a16:creationId xmlns:a16="http://schemas.microsoft.com/office/drawing/2014/main" id="{C06528FD-35FE-4D34-AB15-A1D769E30005}"/>
              </a:ext>
            </a:extLst>
          </p:cNvPr>
          <p:cNvSpPr>
            <a:spLocks noGrp="1"/>
          </p:cNvSpPr>
          <p:nvPr/>
        </p:nvSpPr>
        <p:spPr>
          <a:xfrm>
            <a:off x="11125200" y="6343650"/>
            <a:ext cx="533400" cy="266700"/>
          </a:xfrm>
          <a:prstGeom prst="rect">
            <a:avLst/>
          </a:prstGeom>
          <a:noFill/>
          <a:ln w="0">
            <a:noFill/>
          </a:ln>
        </p:spPr>
        <p:txBody>
          <a:bodyPr/>
          <a:lstStyle>
            <a:defPPr>
              <a:defRPr sz="1350" b="0">
                <a:solidFill>
                  <a:srgbClr val="586875"/>
                </a:solidFill>
              </a:defRPr>
            </a:defPPr>
            <a:lvl1pPr>
              <a:buNone/>
              <a:defRPr sz="1350" b="0">
                <a:solidFill>
                  <a:srgbClr val="586875"/>
                </a:solidFill>
              </a:defRPr>
            </a:lvl1pPr>
            <a:lvl2pPr>
              <a:buNone/>
              <a:defRPr sz="1350" b="0">
                <a:solidFill>
                  <a:srgbClr val="586875"/>
                </a:solidFill>
              </a:defRPr>
            </a:lvl2pPr>
            <a:lvl3pPr>
              <a:buNone/>
              <a:defRPr sz="1350" b="0">
                <a:solidFill>
                  <a:srgbClr val="586875"/>
                </a:solidFill>
              </a:defRPr>
            </a:lvl3pPr>
            <a:lvl4pPr>
              <a:buNone/>
              <a:defRPr sz="1350" b="0">
                <a:solidFill>
                  <a:srgbClr val="586875"/>
                </a:solidFill>
              </a:defRPr>
            </a:lvl4pPr>
            <a:lvl5pPr>
              <a:buNone/>
              <a:defRPr sz="1350" b="0">
                <a:solidFill>
                  <a:srgbClr val="586875"/>
                </a:solidFill>
              </a:defRPr>
            </a:lvl5pPr>
            <a:lvl6pPr>
              <a:buNone/>
              <a:defRPr sz="1350" b="0">
                <a:solidFill>
                  <a:srgbClr val="586875"/>
                </a:solidFill>
              </a:defRPr>
            </a:lvl6pPr>
            <a:lvl7pPr>
              <a:buNone/>
              <a:defRPr sz="1350" b="0">
                <a:solidFill>
                  <a:srgbClr val="586875"/>
                </a:solidFill>
              </a:defRPr>
            </a:lvl7pPr>
            <a:lvl8pPr>
              <a:buNone/>
              <a:defRPr sz="1350" b="0">
                <a:solidFill>
                  <a:srgbClr val="586875"/>
                </a:solidFill>
              </a:defRPr>
            </a:lvl8pPr>
            <a:lvl9pPr>
              <a:buNone/>
              <a:defRPr sz="1350" b="0">
                <a:solidFill>
                  <a:srgbClr val="586875"/>
                </a:solidFill>
              </a:defRPr>
            </a:lvl9pPr>
          </a:lstStyle>
          <a:p>
            <a:pPr>
              <a:buNone/>
              <a:defRPr sz="1350" b="0">
                <a:solidFill>
                  <a:srgbClr val="586875"/>
                </a:solidFill>
              </a:defRPr>
            </a:pPr>
            <a:r>
              <a:rPr sz="1350" b="0">
                <a:solidFill>
                  <a:srgbClr val="586875"/>
                </a:solidFill>
              </a:rPr>
              <a:t>04</a:t>
            </a:r>
          </a:p>
        </p:txBody>
      </p:sp>
      <p:sp>
        <p:nvSpPr>
          <p:cNvPr id="4" name="Прямоугольник 3">
            <a:extLst>
              <a:ext uri="{FF2B5EF4-FFF2-40B4-BE49-F238E27FC236}">
                <a16:creationId xmlns:a16="http://schemas.microsoft.com/office/drawing/2014/main" id="{74B42B73-7AE8-45E6-AADD-79C99DFA6CA6}"/>
              </a:ext>
            </a:extLst>
          </p:cNvPr>
          <p:cNvSpPr>
            <a:spLocks noGrp="1"/>
          </p:cNvSpPr>
          <p:nvPr/>
        </p:nvSpPr>
        <p:spPr>
          <a:xfrm>
            <a:off x="685800" y="1238250"/>
            <a:ext cx="10820400" cy="514350"/>
          </a:xfrm>
          <a:prstGeom prst="rect">
            <a:avLst/>
          </a:prstGeom>
          <a:noFill/>
          <a:ln w="0">
            <a:noFill/>
          </a:ln>
        </p:spPr>
        <p:txBody>
          <a:bodyPr/>
          <a:lstStyle>
            <a:defPPr>
              <a:defRPr sz="2175" b="0">
                <a:solidFill>
                  <a:srgbClr val="182B3A"/>
                </a:solidFill>
              </a:defRPr>
            </a:defPPr>
            <a:lvl1pPr>
              <a:buNone/>
              <a:defRPr sz="2175" b="0">
                <a:solidFill>
                  <a:srgbClr val="182B3A"/>
                </a:solidFill>
              </a:defRPr>
            </a:lvl1pPr>
            <a:lvl2pPr>
              <a:buNone/>
              <a:defRPr sz="2175" b="0">
                <a:solidFill>
                  <a:srgbClr val="182B3A"/>
                </a:solidFill>
              </a:defRPr>
            </a:lvl2pPr>
            <a:lvl3pPr>
              <a:buNone/>
              <a:defRPr sz="2175" b="0">
                <a:solidFill>
                  <a:srgbClr val="182B3A"/>
                </a:solidFill>
              </a:defRPr>
            </a:lvl3pPr>
            <a:lvl4pPr>
              <a:buNone/>
              <a:defRPr sz="2175" b="0">
                <a:solidFill>
                  <a:srgbClr val="182B3A"/>
                </a:solidFill>
              </a:defRPr>
            </a:lvl4pPr>
            <a:lvl5pPr>
              <a:buNone/>
              <a:defRPr sz="2175" b="0">
                <a:solidFill>
                  <a:srgbClr val="182B3A"/>
                </a:solidFill>
              </a:defRPr>
            </a:lvl5pPr>
            <a:lvl6pPr>
              <a:buNone/>
              <a:defRPr sz="2175" b="0">
                <a:solidFill>
                  <a:srgbClr val="182B3A"/>
                </a:solidFill>
              </a:defRPr>
            </a:lvl6pPr>
            <a:lvl7pPr>
              <a:buNone/>
              <a:defRPr sz="2175" b="0">
                <a:solidFill>
                  <a:srgbClr val="182B3A"/>
                </a:solidFill>
              </a:defRPr>
            </a:lvl7pPr>
            <a:lvl8pPr>
              <a:buNone/>
              <a:defRPr sz="2175" b="0">
                <a:solidFill>
                  <a:srgbClr val="182B3A"/>
                </a:solidFill>
              </a:defRPr>
            </a:lvl8pPr>
            <a:lvl9pPr>
              <a:buNone/>
              <a:defRPr sz="2175" b="0">
                <a:solidFill>
                  <a:srgbClr val="182B3A"/>
                </a:solidFill>
              </a:defRPr>
            </a:lvl9pPr>
          </a:lstStyle>
          <a:p>
            <a:pPr>
              <a:buNone/>
              <a:defRPr sz="2175" b="0">
                <a:solidFill>
                  <a:srgbClr val="182B3A"/>
                </a:solidFill>
              </a:defRPr>
            </a:pPr>
            <a:r>
              <a:rPr sz="2175" b="0">
                <a:solidFill>
                  <a:srgbClr val="182B3A"/>
                </a:solidFill>
              </a:rPr>
              <a:t>The setting is the minimum level that the logger shows.</a:t>
            </a:r>
          </a:p>
        </p:txBody>
      </p:sp>
      <p:graphicFrame>
        <p:nvGraphicFramePr>
          <p:cNvPr id="5" name="Таблица 4">
            <a:extLst>
              <a:ext uri="{FF2B5EF4-FFF2-40B4-BE49-F238E27FC236}">
                <a16:creationId xmlns:a16="http://schemas.microsoft.com/office/drawing/2014/main" id="{10387B74-FAF0-4875-B0C0-CF02D2088145}"/>
              </a:ext>
            </a:extLst>
          </p:cNvPr>
          <p:cNvGraphicFramePr/>
          <p:nvPr/>
        </p:nvGraphicFramePr>
        <p:xfrm>
          <a:off x="685800" y="2114550"/>
          <a:ext cx="10820400" cy="2952750"/>
        </p:xfrm>
        <a:graphic>
          <a:graphicData uri="http://schemas.openxmlformats.org/drawingml/2006/table">
            <a:tbl>
              <a:tblPr/>
              <a:tblGrid>
                <a:gridCol w="2362200">
                  <a:extLst>
                    <a:ext uri="{9D8B030D-6E8A-4147-A177-3AD203B41FA5}">
                      <a16:colId xmlns:a16="http://schemas.microsoft.com/office/drawing/2014/main" val="20000"/>
                    </a:ext>
                  </a:extLst>
                </a:gridCol>
                <a:gridCol w="2114550">
                  <a:extLst>
                    <a:ext uri="{9D8B030D-6E8A-4147-A177-3AD203B41FA5}">
                      <a16:colId xmlns:a16="http://schemas.microsoft.com/office/drawing/2014/main" val="20001"/>
                    </a:ext>
                  </a:extLst>
                </a:gridCol>
                <a:gridCol w="2114550">
                  <a:extLst>
                    <a:ext uri="{9D8B030D-6E8A-4147-A177-3AD203B41FA5}">
                      <a16:colId xmlns:a16="http://schemas.microsoft.com/office/drawing/2014/main" val="20002"/>
                    </a:ext>
                  </a:extLst>
                </a:gridCol>
                <a:gridCol w="2114550">
                  <a:extLst>
                    <a:ext uri="{9D8B030D-6E8A-4147-A177-3AD203B41FA5}">
                      <a16:colId xmlns:a16="http://schemas.microsoft.com/office/drawing/2014/main" val="20003"/>
                    </a:ext>
                  </a:extLst>
                </a:gridCol>
                <a:gridCol w="2114550">
                  <a:extLst>
                    <a:ext uri="{9D8B030D-6E8A-4147-A177-3AD203B41FA5}">
                      <a16:colId xmlns:a16="http://schemas.microsoft.com/office/drawing/2014/main" val="20004"/>
                    </a:ext>
                  </a:extLst>
                </a:gridCol>
              </a:tblGrid>
              <a:tr h="590550">
                <a:tc>
                  <a:txBody>
                    <a:bodyPr/>
                    <a:lstStyle/>
                    <a:p>
                      <a:r>
                        <a:rPr sz="1875" b="1">
                          <a:solidFill>
                            <a:srgbClr val="FFFFFF"/>
                          </a:solidFill>
                        </a:rPr>
                        <a:t>Setting</a:t>
                      </a:r>
                    </a:p>
                  </a:txBody>
                  <a:tcPr>
                    <a:lnL w="9525">
                      <a:solidFill>
                        <a:srgbClr val="D5DFE6"/>
                      </a:solidFill>
                      <a:prstDash val="solid"/>
                    </a:lnL>
                    <a:lnR w="9525">
                      <a:solidFill>
                        <a:srgbClr val="D5DFE6"/>
                      </a:solidFill>
                      <a:prstDash val="solid"/>
                    </a:lnR>
                    <a:lnT w="9525">
                      <a:solidFill>
                        <a:srgbClr val="D5DFE6"/>
                      </a:solidFill>
                      <a:prstDash val="solid"/>
                    </a:lnT>
                    <a:lnB w="9525">
                      <a:solidFill>
                        <a:srgbClr val="D5DFE6"/>
                      </a:solidFill>
                      <a:prstDash val="solid"/>
                    </a:lnB>
                    <a:solidFill>
                      <a:srgbClr val="132D48"/>
                    </a:solidFill>
                  </a:tcPr>
                </a:tc>
                <a:tc>
                  <a:txBody>
                    <a:bodyPr/>
                    <a:lstStyle/>
                    <a:p>
                      <a:r>
                        <a:rPr sz="1875" b="1">
                          <a:solidFill>
                            <a:srgbClr val="FFFFFF"/>
                          </a:solidFill>
                        </a:rPr>
                        <a:t>TRACE</a:t>
                      </a:r>
                    </a:p>
                  </a:txBody>
                  <a:tcPr>
                    <a:lnL w="9525" cap="flat" cmpd="sng" algn="ctr">
                      <a:solidFill>
                        <a:srgbClr val="D5DFE6"/>
                      </a:solidFill>
                      <a:prstDash val="solid"/>
                      <a:round/>
                      <a:headEnd type="none" w="med" len="med"/>
                      <a:tailEnd type="none" w="med" len="med"/>
                    </a:lnL>
                    <a:lnR w="9525">
                      <a:solidFill>
                        <a:srgbClr val="D5DFE6"/>
                      </a:solidFill>
                      <a:prstDash val="solid"/>
                    </a:lnR>
                    <a:lnT w="9525">
                      <a:solidFill>
                        <a:srgbClr val="D5DFE6"/>
                      </a:solidFill>
                      <a:prstDash val="solid"/>
                    </a:lnT>
                    <a:lnB w="9525">
                      <a:solidFill>
                        <a:srgbClr val="D5DFE6"/>
                      </a:solidFill>
                      <a:prstDash val="solid"/>
                    </a:lnB>
                    <a:solidFill>
                      <a:srgbClr val="132D48"/>
                    </a:solidFill>
                  </a:tcPr>
                </a:tc>
                <a:tc>
                  <a:txBody>
                    <a:bodyPr/>
                    <a:lstStyle/>
                    <a:p>
                      <a:r>
                        <a:rPr sz="1875" b="1">
                          <a:solidFill>
                            <a:srgbClr val="FFFFFF"/>
                          </a:solidFill>
                        </a:rPr>
                        <a:t>INFO</a:t>
                      </a:r>
                    </a:p>
                  </a:txBody>
                  <a:tcPr>
                    <a:lnL w="9525" cap="flat" cmpd="sng" algn="ctr">
                      <a:solidFill>
                        <a:srgbClr val="D5DFE6"/>
                      </a:solidFill>
                      <a:prstDash val="solid"/>
                      <a:round/>
                      <a:headEnd type="none" w="med" len="med"/>
                      <a:tailEnd type="none" w="med" len="med"/>
                    </a:lnL>
                    <a:lnR w="9525">
                      <a:solidFill>
                        <a:srgbClr val="D5DFE6"/>
                      </a:solidFill>
                      <a:prstDash val="solid"/>
                    </a:lnR>
                    <a:lnT w="9525">
                      <a:solidFill>
                        <a:srgbClr val="D5DFE6"/>
                      </a:solidFill>
                      <a:prstDash val="solid"/>
                    </a:lnT>
                    <a:lnB w="9525">
                      <a:solidFill>
                        <a:srgbClr val="D5DFE6"/>
                      </a:solidFill>
                      <a:prstDash val="solid"/>
                    </a:lnB>
                    <a:solidFill>
                      <a:srgbClr val="132D48"/>
                    </a:solidFill>
                  </a:tcPr>
                </a:tc>
                <a:tc>
                  <a:txBody>
                    <a:bodyPr/>
                    <a:lstStyle/>
                    <a:p>
                      <a:r>
                        <a:rPr sz="1875" b="1">
                          <a:solidFill>
                            <a:srgbClr val="FFFFFF"/>
                          </a:solidFill>
                        </a:rPr>
                        <a:t>WARN</a:t>
                      </a:r>
                    </a:p>
                  </a:txBody>
                  <a:tcPr>
                    <a:lnL w="9525" cap="flat" cmpd="sng" algn="ctr">
                      <a:solidFill>
                        <a:srgbClr val="D5DFE6"/>
                      </a:solidFill>
                      <a:prstDash val="solid"/>
                      <a:round/>
                      <a:headEnd type="none" w="med" len="med"/>
                      <a:tailEnd type="none" w="med" len="med"/>
                    </a:lnL>
                    <a:lnR w="9525">
                      <a:solidFill>
                        <a:srgbClr val="D5DFE6"/>
                      </a:solidFill>
                      <a:prstDash val="solid"/>
                    </a:lnR>
                    <a:lnT w="9525">
                      <a:solidFill>
                        <a:srgbClr val="D5DFE6"/>
                      </a:solidFill>
                      <a:prstDash val="solid"/>
                    </a:lnT>
                    <a:lnB w="9525">
                      <a:solidFill>
                        <a:srgbClr val="D5DFE6"/>
                      </a:solidFill>
                      <a:prstDash val="solid"/>
                    </a:lnB>
                    <a:solidFill>
                      <a:srgbClr val="132D48"/>
                    </a:solidFill>
                  </a:tcPr>
                </a:tc>
                <a:tc>
                  <a:txBody>
                    <a:bodyPr/>
                    <a:lstStyle/>
                    <a:p>
                      <a:r>
                        <a:rPr sz="1875" b="1">
                          <a:solidFill>
                            <a:srgbClr val="FFFFFF"/>
                          </a:solidFill>
                        </a:rPr>
                        <a:t>ERROR</a:t>
                      </a:r>
                    </a:p>
                  </a:txBody>
                  <a:tcPr>
                    <a:lnL w="9525" cap="flat" cmpd="sng" algn="ctr">
                      <a:solidFill>
                        <a:srgbClr val="D5DFE6"/>
                      </a:solidFill>
                      <a:prstDash val="solid"/>
                      <a:round/>
                      <a:headEnd type="none" w="med" len="med"/>
                      <a:tailEnd type="none" w="med" len="med"/>
                    </a:lnL>
                    <a:lnR w="9525">
                      <a:solidFill>
                        <a:srgbClr val="D5DFE6"/>
                      </a:solidFill>
                      <a:prstDash val="solid"/>
                    </a:lnR>
                    <a:lnT w="9525">
                      <a:solidFill>
                        <a:srgbClr val="D5DFE6"/>
                      </a:solidFill>
                      <a:prstDash val="solid"/>
                    </a:lnT>
                    <a:lnB w="9525">
                      <a:solidFill>
                        <a:srgbClr val="D5DFE6"/>
                      </a:solidFill>
                      <a:prstDash val="solid"/>
                    </a:lnB>
                    <a:solidFill>
                      <a:srgbClr val="132D48"/>
                    </a:solidFill>
                  </a:tcPr>
                </a:tc>
                <a:extLst>
                  <a:ext uri="{0D108BD9-81ED-4DB2-BD59-A6C34878D82A}">
                    <a16:rowId xmlns:a16="http://schemas.microsoft.com/office/drawing/2014/main" val="10000"/>
                  </a:ext>
                </a:extLst>
              </a:tr>
              <a:tr h="590550">
                <a:tc>
                  <a:txBody>
                    <a:bodyPr/>
                    <a:lstStyle/>
                    <a:p>
                      <a:r>
                        <a:rPr sz="1875" b="0">
                          <a:solidFill>
                            <a:srgbClr val="182B3A"/>
                          </a:solidFill>
                        </a:rPr>
                        <a:t>TRACE</a:t>
                      </a:r>
                    </a:p>
                  </a:txBody>
                  <a:tcPr>
                    <a:lnL w="9525">
                      <a:solidFill>
                        <a:srgbClr val="D5DFE6"/>
                      </a:solidFill>
                      <a:prstDash val="soli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FFFFFF"/>
                    </a:solidFill>
                  </a:tcPr>
                </a:tc>
                <a:tc>
                  <a:txBody>
                    <a:bodyPr/>
                    <a:lstStyle/>
                    <a:p>
                      <a:r>
                        <a:rPr sz="1875" b="0">
                          <a:solidFill>
                            <a:srgbClr val="182B3A"/>
                          </a:solidFill>
                        </a:rPr>
                        <a:t>Show</a:t>
                      </a:r>
                    </a:p>
                  </a:txBody>
                  <a:tcPr>
                    <a:lnL w="9525" cap="flat" cmpd="sng" algn="ctr">
                      <a:solidFill>
                        <a:srgbClr val="D5DFE6"/>
                      </a:solidFill>
                      <a:prstDash val="solid"/>
                      <a:round/>
                      <a:headEnd type="none" w="med" len="med"/>
                      <a:tailEnd type="none" w="med" len="me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FFFFFF"/>
                    </a:solidFill>
                  </a:tcPr>
                </a:tc>
                <a:tc>
                  <a:txBody>
                    <a:bodyPr/>
                    <a:lstStyle/>
                    <a:p>
                      <a:r>
                        <a:rPr sz="1875" b="0">
                          <a:solidFill>
                            <a:srgbClr val="182B3A"/>
                          </a:solidFill>
                        </a:rPr>
                        <a:t>Show</a:t>
                      </a:r>
                    </a:p>
                  </a:txBody>
                  <a:tcPr>
                    <a:lnL w="9525" cap="flat" cmpd="sng" algn="ctr">
                      <a:solidFill>
                        <a:srgbClr val="D5DFE6"/>
                      </a:solidFill>
                      <a:prstDash val="solid"/>
                      <a:round/>
                      <a:headEnd type="none" w="med" len="med"/>
                      <a:tailEnd type="none" w="med" len="me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FFFFFF"/>
                    </a:solidFill>
                  </a:tcPr>
                </a:tc>
                <a:tc>
                  <a:txBody>
                    <a:bodyPr/>
                    <a:lstStyle/>
                    <a:p>
                      <a:r>
                        <a:rPr sz="1875" b="0">
                          <a:solidFill>
                            <a:srgbClr val="182B3A"/>
                          </a:solidFill>
                        </a:rPr>
                        <a:t>Show</a:t>
                      </a:r>
                    </a:p>
                  </a:txBody>
                  <a:tcPr>
                    <a:lnL w="9525" cap="flat" cmpd="sng" algn="ctr">
                      <a:solidFill>
                        <a:srgbClr val="D5DFE6"/>
                      </a:solidFill>
                      <a:prstDash val="solid"/>
                      <a:round/>
                      <a:headEnd type="none" w="med" len="med"/>
                      <a:tailEnd type="none" w="med" len="me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FFFFFF"/>
                    </a:solidFill>
                  </a:tcPr>
                </a:tc>
                <a:tc>
                  <a:txBody>
                    <a:bodyPr/>
                    <a:lstStyle/>
                    <a:p>
                      <a:r>
                        <a:rPr sz="1875" b="0">
                          <a:solidFill>
                            <a:srgbClr val="182B3A"/>
                          </a:solidFill>
                        </a:rPr>
                        <a:t>Show</a:t>
                      </a:r>
                    </a:p>
                  </a:txBody>
                  <a:tcPr>
                    <a:lnL w="9525" cap="flat" cmpd="sng" algn="ctr">
                      <a:solidFill>
                        <a:srgbClr val="D5DFE6"/>
                      </a:solidFill>
                      <a:prstDash val="solid"/>
                      <a:round/>
                      <a:headEnd type="none" w="med" len="med"/>
                      <a:tailEnd type="none" w="med" len="me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FFFFFF"/>
                    </a:solidFill>
                  </a:tcPr>
                </a:tc>
                <a:extLst>
                  <a:ext uri="{0D108BD9-81ED-4DB2-BD59-A6C34878D82A}">
                    <a16:rowId xmlns:a16="http://schemas.microsoft.com/office/drawing/2014/main" val="10001"/>
                  </a:ext>
                </a:extLst>
              </a:tr>
              <a:tr h="590550">
                <a:tc>
                  <a:txBody>
                    <a:bodyPr/>
                    <a:lstStyle/>
                    <a:p>
                      <a:r>
                        <a:rPr sz="1875" b="0">
                          <a:solidFill>
                            <a:srgbClr val="182B3A"/>
                          </a:solidFill>
                        </a:rPr>
                        <a:t>INFO</a:t>
                      </a:r>
                    </a:p>
                  </a:txBody>
                  <a:tcPr>
                    <a:lnL w="9525">
                      <a:solidFill>
                        <a:srgbClr val="D5DFE6"/>
                      </a:solidFill>
                      <a:prstDash val="soli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E9F2F4"/>
                    </a:solidFill>
                  </a:tcPr>
                </a:tc>
                <a:tc>
                  <a:txBody>
                    <a:bodyPr/>
                    <a:lstStyle/>
                    <a:p>
                      <a:r>
                        <a:rPr sz="1875" b="0">
                          <a:solidFill>
                            <a:srgbClr val="182B3A"/>
                          </a:solidFill>
                        </a:rPr>
                        <a:t>Hide</a:t>
                      </a:r>
                    </a:p>
                  </a:txBody>
                  <a:tcPr>
                    <a:lnL w="9525" cap="flat" cmpd="sng" algn="ctr">
                      <a:solidFill>
                        <a:srgbClr val="D5DFE6"/>
                      </a:solidFill>
                      <a:prstDash val="solid"/>
                      <a:round/>
                      <a:headEnd type="none" w="med" len="med"/>
                      <a:tailEnd type="none" w="med" len="me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E9F2F4"/>
                    </a:solidFill>
                  </a:tcPr>
                </a:tc>
                <a:tc>
                  <a:txBody>
                    <a:bodyPr/>
                    <a:lstStyle/>
                    <a:p>
                      <a:r>
                        <a:rPr sz="1875" b="0">
                          <a:solidFill>
                            <a:srgbClr val="182B3A"/>
                          </a:solidFill>
                        </a:rPr>
                        <a:t>Show</a:t>
                      </a:r>
                    </a:p>
                  </a:txBody>
                  <a:tcPr>
                    <a:lnL w="9525" cap="flat" cmpd="sng" algn="ctr">
                      <a:solidFill>
                        <a:srgbClr val="D5DFE6"/>
                      </a:solidFill>
                      <a:prstDash val="solid"/>
                      <a:round/>
                      <a:headEnd type="none" w="med" len="med"/>
                      <a:tailEnd type="none" w="med" len="me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E9F2F4"/>
                    </a:solidFill>
                  </a:tcPr>
                </a:tc>
                <a:tc>
                  <a:txBody>
                    <a:bodyPr/>
                    <a:lstStyle/>
                    <a:p>
                      <a:r>
                        <a:rPr sz="1875" b="0">
                          <a:solidFill>
                            <a:srgbClr val="182B3A"/>
                          </a:solidFill>
                        </a:rPr>
                        <a:t>Show</a:t>
                      </a:r>
                    </a:p>
                  </a:txBody>
                  <a:tcPr>
                    <a:lnL w="9525" cap="flat" cmpd="sng" algn="ctr">
                      <a:solidFill>
                        <a:srgbClr val="D5DFE6"/>
                      </a:solidFill>
                      <a:prstDash val="solid"/>
                      <a:round/>
                      <a:headEnd type="none" w="med" len="med"/>
                      <a:tailEnd type="none" w="med" len="me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E9F2F4"/>
                    </a:solidFill>
                  </a:tcPr>
                </a:tc>
                <a:tc>
                  <a:txBody>
                    <a:bodyPr/>
                    <a:lstStyle/>
                    <a:p>
                      <a:r>
                        <a:rPr sz="1875" b="0">
                          <a:solidFill>
                            <a:srgbClr val="182B3A"/>
                          </a:solidFill>
                        </a:rPr>
                        <a:t>Show</a:t>
                      </a:r>
                    </a:p>
                  </a:txBody>
                  <a:tcPr>
                    <a:lnL w="9525" cap="flat" cmpd="sng" algn="ctr">
                      <a:solidFill>
                        <a:srgbClr val="D5DFE6"/>
                      </a:solidFill>
                      <a:prstDash val="solid"/>
                      <a:round/>
                      <a:headEnd type="none" w="med" len="med"/>
                      <a:tailEnd type="none" w="med" len="me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E9F2F4"/>
                    </a:solidFill>
                  </a:tcPr>
                </a:tc>
                <a:extLst>
                  <a:ext uri="{0D108BD9-81ED-4DB2-BD59-A6C34878D82A}">
                    <a16:rowId xmlns:a16="http://schemas.microsoft.com/office/drawing/2014/main" val="10002"/>
                  </a:ext>
                </a:extLst>
              </a:tr>
              <a:tr h="590550">
                <a:tc>
                  <a:txBody>
                    <a:bodyPr/>
                    <a:lstStyle/>
                    <a:p>
                      <a:r>
                        <a:rPr sz="1875" b="0">
                          <a:solidFill>
                            <a:srgbClr val="182B3A"/>
                          </a:solidFill>
                        </a:rPr>
                        <a:t>WARN</a:t>
                      </a:r>
                    </a:p>
                  </a:txBody>
                  <a:tcPr>
                    <a:lnL w="9525">
                      <a:solidFill>
                        <a:srgbClr val="D5DFE6"/>
                      </a:solidFill>
                      <a:prstDash val="soli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FFFFFF"/>
                    </a:solidFill>
                  </a:tcPr>
                </a:tc>
                <a:tc>
                  <a:txBody>
                    <a:bodyPr/>
                    <a:lstStyle/>
                    <a:p>
                      <a:r>
                        <a:rPr sz="1875" b="0">
                          <a:solidFill>
                            <a:srgbClr val="182B3A"/>
                          </a:solidFill>
                        </a:rPr>
                        <a:t>Hide</a:t>
                      </a:r>
                    </a:p>
                  </a:txBody>
                  <a:tcPr>
                    <a:lnL w="9525" cap="flat" cmpd="sng" algn="ctr">
                      <a:solidFill>
                        <a:srgbClr val="D5DFE6"/>
                      </a:solidFill>
                      <a:prstDash val="solid"/>
                      <a:round/>
                      <a:headEnd type="none" w="med" len="med"/>
                      <a:tailEnd type="none" w="med" len="me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FFFFFF"/>
                    </a:solidFill>
                  </a:tcPr>
                </a:tc>
                <a:tc>
                  <a:txBody>
                    <a:bodyPr/>
                    <a:lstStyle/>
                    <a:p>
                      <a:r>
                        <a:rPr sz="1875" b="0">
                          <a:solidFill>
                            <a:srgbClr val="182B3A"/>
                          </a:solidFill>
                        </a:rPr>
                        <a:t>Hide</a:t>
                      </a:r>
                    </a:p>
                  </a:txBody>
                  <a:tcPr>
                    <a:lnL w="9525" cap="flat" cmpd="sng" algn="ctr">
                      <a:solidFill>
                        <a:srgbClr val="D5DFE6"/>
                      </a:solidFill>
                      <a:prstDash val="solid"/>
                      <a:round/>
                      <a:headEnd type="none" w="med" len="med"/>
                      <a:tailEnd type="none" w="med" len="me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FFFFFF"/>
                    </a:solidFill>
                  </a:tcPr>
                </a:tc>
                <a:tc>
                  <a:txBody>
                    <a:bodyPr/>
                    <a:lstStyle/>
                    <a:p>
                      <a:r>
                        <a:rPr sz="1875" b="0">
                          <a:solidFill>
                            <a:srgbClr val="182B3A"/>
                          </a:solidFill>
                        </a:rPr>
                        <a:t>Show</a:t>
                      </a:r>
                    </a:p>
                  </a:txBody>
                  <a:tcPr>
                    <a:lnL w="9525" cap="flat" cmpd="sng" algn="ctr">
                      <a:solidFill>
                        <a:srgbClr val="D5DFE6"/>
                      </a:solidFill>
                      <a:prstDash val="solid"/>
                      <a:round/>
                      <a:headEnd type="none" w="med" len="med"/>
                      <a:tailEnd type="none" w="med" len="me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FFFFFF"/>
                    </a:solidFill>
                  </a:tcPr>
                </a:tc>
                <a:tc>
                  <a:txBody>
                    <a:bodyPr/>
                    <a:lstStyle/>
                    <a:p>
                      <a:r>
                        <a:rPr sz="1875" b="0">
                          <a:solidFill>
                            <a:srgbClr val="182B3A"/>
                          </a:solidFill>
                        </a:rPr>
                        <a:t>Show</a:t>
                      </a:r>
                    </a:p>
                  </a:txBody>
                  <a:tcPr>
                    <a:lnL w="9525" cap="flat" cmpd="sng" algn="ctr">
                      <a:solidFill>
                        <a:srgbClr val="D5DFE6"/>
                      </a:solidFill>
                      <a:prstDash val="solid"/>
                      <a:round/>
                      <a:headEnd type="none" w="med" len="med"/>
                      <a:tailEnd type="none" w="med" len="me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FFFFFF"/>
                    </a:solidFill>
                  </a:tcPr>
                </a:tc>
                <a:extLst>
                  <a:ext uri="{0D108BD9-81ED-4DB2-BD59-A6C34878D82A}">
                    <a16:rowId xmlns:a16="http://schemas.microsoft.com/office/drawing/2014/main" val="10003"/>
                  </a:ext>
                </a:extLst>
              </a:tr>
              <a:tr h="590550">
                <a:tc>
                  <a:txBody>
                    <a:bodyPr/>
                    <a:lstStyle/>
                    <a:p>
                      <a:r>
                        <a:rPr sz="1875" b="0">
                          <a:solidFill>
                            <a:srgbClr val="182B3A"/>
                          </a:solidFill>
                        </a:rPr>
                        <a:t>ERROR</a:t>
                      </a:r>
                    </a:p>
                  </a:txBody>
                  <a:tcPr>
                    <a:lnL w="9525">
                      <a:solidFill>
                        <a:srgbClr val="D5DFE6"/>
                      </a:solidFill>
                      <a:prstDash val="soli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E9F2F4"/>
                    </a:solidFill>
                  </a:tcPr>
                </a:tc>
                <a:tc>
                  <a:txBody>
                    <a:bodyPr/>
                    <a:lstStyle/>
                    <a:p>
                      <a:r>
                        <a:rPr sz="1875" b="0">
                          <a:solidFill>
                            <a:srgbClr val="182B3A"/>
                          </a:solidFill>
                        </a:rPr>
                        <a:t>Hide</a:t>
                      </a:r>
                    </a:p>
                  </a:txBody>
                  <a:tcPr>
                    <a:lnL w="9525" cap="flat" cmpd="sng" algn="ctr">
                      <a:solidFill>
                        <a:srgbClr val="D5DFE6"/>
                      </a:solidFill>
                      <a:prstDash val="solid"/>
                      <a:round/>
                      <a:headEnd type="none" w="med" len="med"/>
                      <a:tailEnd type="none" w="med" len="me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E9F2F4"/>
                    </a:solidFill>
                  </a:tcPr>
                </a:tc>
                <a:tc>
                  <a:txBody>
                    <a:bodyPr/>
                    <a:lstStyle/>
                    <a:p>
                      <a:r>
                        <a:rPr sz="1875" b="0">
                          <a:solidFill>
                            <a:srgbClr val="182B3A"/>
                          </a:solidFill>
                        </a:rPr>
                        <a:t>Hide</a:t>
                      </a:r>
                    </a:p>
                  </a:txBody>
                  <a:tcPr>
                    <a:lnL w="9525" cap="flat" cmpd="sng" algn="ctr">
                      <a:solidFill>
                        <a:srgbClr val="D5DFE6"/>
                      </a:solidFill>
                      <a:prstDash val="solid"/>
                      <a:round/>
                      <a:headEnd type="none" w="med" len="med"/>
                      <a:tailEnd type="none" w="med" len="me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E9F2F4"/>
                    </a:solidFill>
                  </a:tcPr>
                </a:tc>
                <a:tc>
                  <a:txBody>
                    <a:bodyPr/>
                    <a:lstStyle/>
                    <a:p>
                      <a:r>
                        <a:rPr sz="1875" b="0">
                          <a:solidFill>
                            <a:srgbClr val="182B3A"/>
                          </a:solidFill>
                        </a:rPr>
                        <a:t>Hide</a:t>
                      </a:r>
                    </a:p>
                  </a:txBody>
                  <a:tcPr>
                    <a:lnL w="9525" cap="flat" cmpd="sng" algn="ctr">
                      <a:solidFill>
                        <a:srgbClr val="D5DFE6"/>
                      </a:solidFill>
                      <a:prstDash val="solid"/>
                      <a:round/>
                      <a:headEnd type="none" w="med" len="med"/>
                      <a:tailEnd type="none" w="med" len="me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E9F2F4"/>
                    </a:solidFill>
                  </a:tcPr>
                </a:tc>
                <a:tc>
                  <a:txBody>
                    <a:bodyPr/>
                    <a:lstStyle/>
                    <a:p>
                      <a:r>
                        <a:rPr sz="1875" b="0">
                          <a:solidFill>
                            <a:srgbClr val="182B3A"/>
                          </a:solidFill>
                        </a:rPr>
                        <a:t>Show</a:t>
                      </a:r>
                    </a:p>
                  </a:txBody>
                  <a:tcPr>
                    <a:lnL w="9525" cap="flat" cmpd="sng" algn="ctr">
                      <a:solidFill>
                        <a:srgbClr val="D5DFE6"/>
                      </a:solidFill>
                      <a:prstDash val="solid"/>
                      <a:round/>
                      <a:headEnd type="none" w="med" len="med"/>
                      <a:tailEnd type="none" w="med" len="me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E9F2F4"/>
                    </a:solidFill>
                  </a:tcPr>
                </a:tc>
                <a:extLst>
                  <a:ext uri="{0D108BD9-81ED-4DB2-BD59-A6C34878D82A}">
                    <a16:rowId xmlns:a16="http://schemas.microsoft.com/office/drawing/2014/main" val="10004"/>
                  </a:ext>
                </a:extLst>
              </a:tr>
            </a:tbl>
          </a:graphicData>
        </a:graphic>
      </p:graphicFrame>
      <p:sp>
        <p:nvSpPr>
          <p:cNvPr id="6" name="Прямоугольник 5">
            <a:extLst>
              <a:ext uri="{FF2B5EF4-FFF2-40B4-BE49-F238E27FC236}">
                <a16:creationId xmlns:a16="http://schemas.microsoft.com/office/drawing/2014/main" id="{1BAF118F-14FC-437C-B380-537B3656E71A}"/>
              </a:ext>
            </a:extLst>
          </p:cNvPr>
          <p:cNvSpPr>
            <a:spLocks noGrp="1"/>
          </p:cNvSpPr>
          <p:nvPr/>
        </p:nvSpPr>
        <p:spPr>
          <a:xfrm>
            <a:off x="723900" y="5391150"/>
            <a:ext cx="10668000" cy="428625"/>
          </a:xfrm>
          <a:prstGeom prst="rect">
            <a:avLst/>
          </a:prstGeom>
          <a:noFill/>
          <a:ln w="0">
            <a:noFill/>
          </a:ln>
        </p:spPr>
        <p:txBody>
          <a:bodyPr/>
          <a:lstStyle>
            <a:defPPr>
              <a:defRPr sz="2025" b="1">
                <a:solidFill>
                  <a:srgbClr val="007D85"/>
                </a:solidFill>
              </a:defRPr>
            </a:defPPr>
            <a:lvl1pPr>
              <a:buNone/>
              <a:defRPr sz="2025" b="1">
                <a:solidFill>
                  <a:srgbClr val="007D85"/>
                </a:solidFill>
              </a:defRPr>
            </a:lvl1pPr>
            <a:lvl2pPr>
              <a:buNone/>
              <a:defRPr sz="2025" b="1">
                <a:solidFill>
                  <a:srgbClr val="007D85"/>
                </a:solidFill>
              </a:defRPr>
            </a:lvl2pPr>
            <a:lvl3pPr>
              <a:buNone/>
              <a:defRPr sz="2025" b="1">
                <a:solidFill>
                  <a:srgbClr val="007D85"/>
                </a:solidFill>
              </a:defRPr>
            </a:lvl3pPr>
            <a:lvl4pPr>
              <a:buNone/>
              <a:defRPr sz="2025" b="1">
                <a:solidFill>
                  <a:srgbClr val="007D85"/>
                </a:solidFill>
              </a:defRPr>
            </a:lvl4pPr>
            <a:lvl5pPr>
              <a:buNone/>
              <a:defRPr sz="2025" b="1">
                <a:solidFill>
                  <a:srgbClr val="007D85"/>
                </a:solidFill>
              </a:defRPr>
            </a:lvl5pPr>
            <a:lvl6pPr>
              <a:buNone/>
              <a:defRPr sz="2025" b="1">
                <a:solidFill>
                  <a:srgbClr val="007D85"/>
                </a:solidFill>
              </a:defRPr>
            </a:lvl6pPr>
            <a:lvl7pPr>
              <a:buNone/>
              <a:defRPr sz="2025" b="1">
                <a:solidFill>
                  <a:srgbClr val="007D85"/>
                </a:solidFill>
              </a:defRPr>
            </a:lvl7pPr>
            <a:lvl8pPr>
              <a:buNone/>
              <a:defRPr sz="2025" b="1">
                <a:solidFill>
                  <a:srgbClr val="007D85"/>
                </a:solidFill>
              </a:defRPr>
            </a:lvl8pPr>
            <a:lvl9pPr>
              <a:buNone/>
              <a:defRPr sz="2025" b="1">
                <a:solidFill>
                  <a:srgbClr val="007D85"/>
                </a:solidFill>
              </a:defRPr>
            </a:lvl9pPr>
          </a:lstStyle>
          <a:p>
            <a:pPr>
              <a:buNone/>
              <a:defRPr sz="2025" b="1">
                <a:solidFill>
                  <a:srgbClr val="007D85"/>
                </a:solidFill>
              </a:defRPr>
            </a:pPr>
            <a:r>
              <a:rPr sz="2025" b="1">
                <a:solidFill>
                  <a:srgbClr val="007D85"/>
                </a:solidFill>
              </a:rPr>
              <a:t>TRACE = 10     INFO = 20     WARN = 30     ERROR = 40</a:t>
            </a:r>
          </a:p>
        </p:txBody>
      </p:sp>
      <p:sp>
        <p:nvSpPr>
          <p:cNvPr id="7" name="Прямоугольник 6">
            <a:extLst>
              <a:ext uri="{FF2B5EF4-FFF2-40B4-BE49-F238E27FC236}">
                <a16:creationId xmlns:a16="http://schemas.microsoft.com/office/drawing/2014/main" id="{5A325FC1-220D-4720-8DAB-47A83FEA106D}"/>
              </a:ext>
            </a:extLst>
          </p:cNvPr>
          <p:cNvSpPr>
            <a:spLocks noGrp="1"/>
          </p:cNvSpPr>
          <p:nvPr/>
        </p:nvSpPr>
        <p:spPr>
          <a:xfrm>
            <a:off x="685800" y="5924550"/>
            <a:ext cx="10668000" cy="419100"/>
          </a:xfrm>
          <a:prstGeom prst="rect">
            <a:avLst/>
          </a:prstGeom>
          <a:noFill/>
          <a:ln w="0">
            <a:noFill/>
          </a:ln>
        </p:spPr>
        <p:txBody>
          <a:bodyPr/>
          <a:lstStyle>
            <a:defPPr>
              <a:defRPr sz="1875" b="0">
                <a:solidFill>
                  <a:srgbClr val="586875"/>
                </a:solidFill>
              </a:defRPr>
            </a:defPPr>
            <a:lvl1pPr>
              <a:buNone/>
              <a:defRPr sz="1875" b="0">
                <a:solidFill>
                  <a:srgbClr val="586875"/>
                </a:solidFill>
              </a:defRPr>
            </a:lvl1pPr>
            <a:lvl2pPr>
              <a:buNone/>
              <a:defRPr sz="1875" b="0">
                <a:solidFill>
                  <a:srgbClr val="586875"/>
                </a:solidFill>
              </a:defRPr>
            </a:lvl2pPr>
            <a:lvl3pPr>
              <a:buNone/>
              <a:defRPr sz="1875" b="0">
                <a:solidFill>
                  <a:srgbClr val="586875"/>
                </a:solidFill>
              </a:defRPr>
            </a:lvl3pPr>
            <a:lvl4pPr>
              <a:buNone/>
              <a:defRPr sz="1875" b="0">
                <a:solidFill>
                  <a:srgbClr val="586875"/>
                </a:solidFill>
              </a:defRPr>
            </a:lvl4pPr>
            <a:lvl5pPr>
              <a:buNone/>
              <a:defRPr sz="1875" b="0">
                <a:solidFill>
                  <a:srgbClr val="586875"/>
                </a:solidFill>
              </a:defRPr>
            </a:lvl5pPr>
            <a:lvl6pPr>
              <a:buNone/>
              <a:defRPr sz="1875" b="0">
                <a:solidFill>
                  <a:srgbClr val="586875"/>
                </a:solidFill>
              </a:defRPr>
            </a:lvl6pPr>
            <a:lvl7pPr>
              <a:buNone/>
              <a:defRPr sz="1875" b="0">
                <a:solidFill>
                  <a:srgbClr val="586875"/>
                </a:solidFill>
              </a:defRPr>
            </a:lvl7pPr>
            <a:lvl8pPr>
              <a:buNone/>
              <a:defRPr sz="1875" b="0">
                <a:solidFill>
                  <a:srgbClr val="586875"/>
                </a:solidFill>
              </a:defRPr>
            </a:lvl8pPr>
            <a:lvl9pPr>
              <a:buNone/>
              <a:defRPr sz="1875" b="0">
                <a:solidFill>
                  <a:srgbClr val="586875"/>
                </a:solidFill>
              </a:defRPr>
            </a:lvl9pPr>
          </a:lstStyle>
          <a:p>
            <a:pPr>
              <a:buNone/>
              <a:defRPr sz="1875" b="0">
                <a:solidFill>
                  <a:srgbClr val="586875"/>
                </a:solidFill>
              </a:defRPr>
            </a:pPr>
            <a:r>
              <a:rPr sz="1875" b="0">
                <a:solidFill>
                  <a:srgbClr val="586875"/>
                </a:solidFill>
              </a:rPr>
              <a:t>The setting changes the output. The validation answer stays the same.</a:t>
            </a:r>
          </a:p>
        </p:txBody>
      </p:sp>
    </p:spTree>
    <p:extLst>
      <p:ext uri="{BB962C8B-B14F-4D97-AF65-F5344CB8AC3E}">
        <p14:creationId xmlns:p14="http://schemas.microsoft.com/office/powerpoint/2010/main" val="15244045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6FDA6E69-7ED8-402F-8BD4-1B474052E84A}"/>
              </a:ext>
            </a:extLst>
          </p:cNvPr>
          <p:cNvSpPr>
            <a:spLocks noGrp="1"/>
          </p:cNvSpPr>
          <p:nvPr/>
        </p:nvSpPr>
        <p:spPr>
          <a:xfrm>
            <a:off x="609600" y="419100"/>
            <a:ext cx="10972800" cy="666750"/>
          </a:xfrm>
          <a:prstGeom prst="rect">
            <a:avLst/>
          </a:prstGeom>
          <a:noFill/>
          <a:ln w="0">
            <a:noFill/>
          </a:ln>
        </p:spPr>
        <p:txBody>
          <a:bodyPr/>
          <a:lstStyle>
            <a:defPPr>
              <a:defRPr sz="3300" b="1">
                <a:solidFill>
                  <a:srgbClr val="132D48"/>
                </a:solidFill>
              </a:defRPr>
            </a:defPPr>
            <a:lvl1pPr>
              <a:buNone/>
              <a:defRPr sz="3300" b="1">
                <a:solidFill>
                  <a:srgbClr val="132D48"/>
                </a:solidFill>
              </a:defRPr>
            </a:lvl1pPr>
            <a:lvl2pPr>
              <a:buNone/>
              <a:defRPr sz="3300" b="1">
                <a:solidFill>
                  <a:srgbClr val="132D48"/>
                </a:solidFill>
              </a:defRPr>
            </a:lvl2pPr>
            <a:lvl3pPr>
              <a:buNone/>
              <a:defRPr sz="3300" b="1">
                <a:solidFill>
                  <a:srgbClr val="132D48"/>
                </a:solidFill>
              </a:defRPr>
            </a:lvl3pPr>
            <a:lvl4pPr>
              <a:buNone/>
              <a:defRPr sz="3300" b="1">
                <a:solidFill>
                  <a:srgbClr val="132D48"/>
                </a:solidFill>
              </a:defRPr>
            </a:lvl4pPr>
            <a:lvl5pPr>
              <a:buNone/>
              <a:defRPr sz="3300" b="1">
                <a:solidFill>
                  <a:srgbClr val="132D48"/>
                </a:solidFill>
              </a:defRPr>
            </a:lvl5pPr>
            <a:lvl6pPr>
              <a:buNone/>
              <a:defRPr sz="3300" b="1">
                <a:solidFill>
                  <a:srgbClr val="132D48"/>
                </a:solidFill>
              </a:defRPr>
            </a:lvl6pPr>
            <a:lvl7pPr>
              <a:buNone/>
              <a:defRPr sz="3300" b="1">
                <a:solidFill>
                  <a:srgbClr val="132D48"/>
                </a:solidFill>
              </a:defRPr>
            </a:lvl7pPr>
            <a:lvl8pPr>
              <a:buNone/>
              <a:defRPr sz="3300" b="1">
                <a:solidFill>
                  <a:srgbClr val="132D48"/>
                </a:solidFill>
              </a:defRPr>
            </a:lvl8pPr>
            <a:lvl9pPr>
              <a:buNone/>
              <a:defRPr sz="3300" b="1">
                <a:solidFill>
                  <a:srgbClr val="132D48"/>
                </a:solidFill>
              </a:defRPr>
            </a:lvl9pPr>
          </a:lstStyle>
          <a:p>
            <a:pPr>
              <a:buNone/>
              <a:defRPr sz="3300" b="1">
                <a:solidFill>
                  <a:srgbClr val="132D48"/>
                </a:solidFill>
              </a:defRPr>
            </a:pPr>
            <a:r>
              <a:rPr sz="3300" b="1">
                <a:solidFill>
                  <a:srgbClr val="132D48"/>
                </a:solidFill>
              </a:rPr>
              <a:t>Message format and the bonus</a:t>
            </a:r>
          </a:p>
        </p:txBody>
      </p:sp>
      <p:sp>
        <p:nvSpPr>
          <p:cNvPr id="3" name="Прямоугольник 2">
            <a:extLst>
              <a:ext uri="{FF2B5EF4-FFF2-40B4-BE49-F238E27FC236}">
                <a16:creationId xmlns:a16="http://schemas.microsoft.com/office/drawing/2014/main" id="{C753EFA7-4F3F-460E-9AF1-CA8717539917}"/>
              </a:ext>
            </a:extLst>
          </p:cNvPr>
          <p:cNvSpPr>
            <a:spLocks noGrp="1"/>
          </p:cNvSpPr>
          <p:nvPr/>
        </p:nvSpPr>
        <p:spPr>
          <a:xfrm>
            <a:off x="11125200" y="6343650"/>
            <a:ext cx="533400" cy="266700"/>
          </a:xfrm>
          <a:prstGeom prst="rect">
            <a:avLst/>
          </a:prstGeom>
          <a:noFill/>
          <a:ln w="0">
            <a:noFill/>
          </a:ln>
        </p:spPr>
        <p:txBody>
          <a:bodyPr/>
          <a:lstStyle>
            <a:defPPr>
              <a:defRPr sz="1350" b="0">
                <a:solidFill>
                  <a:srgbClr val="586875"/>
                </a:solidFill>
              </a:defRPr>
            </a:defPPr>
            <a:lvl1pPr>
              <a:buNone/>
              <a:defRPr sz="1350" b="0">
                <a:solidFill>
                  <a:srgbClr val="586875"/>
                </a:solidFill>
              </a:defRPr>
            </a:lvl1pPr>
            <a:lvl2pPr>
              <a:buNone/>
              <a:defRPr sz="1350" b="0">
                <a:solidFill>
                  <a:srgbClr val="586875"/>
                </a:solidFill>
              </a:defRPr>
            </a:lvl2pPr>
            <a:lvl3pPr>
              <a:buNone/>
              <a:defRPr sz="1350" b="0">
                <a:solidFill>
                  <a:srgbClr val="586875"/>
                </a:solidFill>
              </a:defRPr>
            </a:lvl3pPr>
            <a:lvl4pPr>
              <a:buNone/>
              <a:defRPr sz="1350" b="0">
                <a:solidFill>
                  <a:srgbClr val="586875"/>
                </a:solidFill>
              </a:defRPr>
            </a:lvl4pPr>
            <a:lvl5pPr>
              <a:buNone/>
              <a:defRPr sz="1350" b="0">
                <a:solidFill>
                  <a:srgbClr val="586875"/>
                </a:solidFill>
              </a:defRPr>
            </a:lvl5pPr>
            <a:lvl6pPr>
              <a:buNone/>
              <a:defRPr sz="1350" b="0">
                <a:solidFill>
                  <a:srgbClr val="586875"/>
                </a:solidFill>
              </a:defRPr>
            </a:lvl6pPr>
            <a:lvl7pPr>
              <a:buNone/>
              <a:defRPr sz="1350" b="0">
                <a:solidFill>
                  <a:srgbClr val="586875"/>
                </a:solidFill>
              </a:defRPr>
            </a:lvl7pPr>
            <a:lvl8pPr>
              <a:buNone/>
              <a:defRPr sz="1350" b="0">
                <a:solidFill>
                  <a:srgbClr val="586875"/>
                </a:solidFill>
              </a:defRPr>
            </a:lvl8pPr>
            <a:lvl9pPr>
              <a:buNone/>
              <a:defRPr sz="1350" b="0">
                <a:solidFill>
                  <a:srgbClr val="586875"/>
                </a:solidFill>
              </a:defRPr>
            </a:lvl9pPr>
          </a:lstStyle>
          <a:p>
            <a:pPr>
              <a:buNone/>
              <a:defRPr sz="1350" b="0">
                <a:solidFill>
                  <a:srgbClr val="586875"/>
                </a:solidFill>
              </a:defRPr>
            </a:pPr>
            <a:r>
              <a:rPr sz="1350" b="0">
                <a:solidFill>
                  <a:srgbClr val="586875"/>
                </a:solidFill>
              </a:rPr>
              <a:t>05</a:t>
            </a:r>
          </a:p>
        </p:txBody>
      </p:sp>
      <p:graphicFrame>
        <p:nvGraphicFramePr>
          <p:cNvPr id="4" name="Таблица 3">
            <a:extLst>
              <a:ext uri="{FF2B5EF4-FFF2-40B4-BE49-F238E27FC236}">
                <a16:creationId xmlns:a16="http://schemas.microsoft.com/office/drawing/2014/main" id="{C32081EF-763C-4138-B144-A11AD73938AA}"/>
              </a:ext>
            </a:extLst>
          </p:cNvPr>
          <p:cNvGraphicFramePr/>
          <p:nvPr/>
        </p:nvGraphicFramePr>
        <p:xfrm>
          <a:off x="685800" y="1476375"/>
          <a:ext cx="4953000" cy="3524250"/>
        </p:xfrm>
        <a:graphic>
          <a:graphicData uri="http://schemas.openxmlformats.org/drawingml/2006/table">
            <a:tbl>
              <a:tblPr/>
              <a:tblGrid>
                <a:gridCol w="2000250">
                  <a:extLst>
                    <a:ext uri="{9D8B030D-6E8A-4147-A177-3AD203B41FA5}">
                      <a16:colId xmlns:a16="http://schemas.microsoft.com/office/drawing/2014/main" val="20000"/>
                    </a:ext>
                  </a:extLst>
                </a:gridCol>
                <a:gridCol w="2952750">
                  <a:extLst>
                    <a:ext uri="{9D8B030D-6E8A-4147-A177-3AD203B41FA5}">
                      <a16:colId xmlns:a16="http://schemas.microsoft.com/office/drawing/2014/main" val="20001"/>
                    </a:ext>
                  </a:extLst>
                </a:gridCol>
              </a:tblGrid>
              <a:tr h="587375">
                <a:tc>
                  <a:txBody>
                    <a:bodyPr/>
                    <a:lstStyle/>
                    <a:p>
                      <a:r>
                        <a:rPr sz="1875" b="1">
                          <a:solidFill>
                            <a:srgbClr val="FFFFFF"/>
                          </a:solidFill>
                        </a:rPr>
                        <a:t>Placeholder</a:t>
                      </a:r>
                    </a:p>
                  </a:txBody>
                  <a:tcPr>
                    <a:lnL w="9525">
                      <a:solidFill>
                        <a:srgbClr val="D5DFE6"/>
                      </a:solidFill>
                      <a:prstDash val="solid"/>
                    </a:lnL>
                    <a:lnR w="9525">
                      <a:solidFill>
                        <a:srgbClr val="D5DFE6"/>
                      </a:solidFill>
                      <a:prstDash val="solid"/>
                    </a:lnR>
                    <a:lnT w="9525">
                      <a:solidFill>
                        <a:srgbClr val="D5DFE6"/>
                      </a:solidFill>
                      <a:prstDash val="solid"/>
                    </a:lnT>
                    <a:lnB w="9525">
                      <a:solidFill>
                        <a:srgbClr val="D5DFE6"/>
                      </a:solidFill>
                      <a:prstDash val="solid"/>
                    </a:lnB>
                    <a:solidFill>
                      <a:srgbClr val="132D48"/>
                    </a:solidFill>
                  </a:tcPr>
                </a:tc>
                <a:tc>
                  <a:txBody>
                    <a:bodyPr/>
                    <a:lstStyle/>
                    <a:p>
                      <a:r>
                        <a:rPr sz="1875" b="1">
                          <a:solidFill>
                            <a:srgbClr val="FFFFFF"/>
                          </a:solidFill>
                        </a:rPr>
                        <a:t>Value</a:t>
                      </a:r>
                    </a:p>
                  </a:txBody>
                  <a:tcPr>
                    <a:lnL w="9525" cap="flat" cmpd="sng" algn="ctr">
                      <a:solidFill>
                        <a:srgbClr val="D5DFE6"/>
                      </a:solidFill>
                      <a:prstDash val="solid"/>
                      <a:round/>
                      <a:headEnd type="none" w="med" len="med"/>
                      <a:tailEnd type="none" w="med" len="med"/>
                    </a:lnL>
                    <a:lnR w="9525">
                      <a:solidFill>
                        <a:srgbClr val="D5DFE6"/>
                      </a:solidFill>
                      <a:prstDash val="solid"/>
                    </a:lnR>
                    <a:lnT w="9525">
                      <a:solidFill>
                        <a:srgbClr val="D5DFE6"/>
                      </a:solidFill>
                      <a:prstDash val="solid"/>
                    </a:lnT>
                    <a:lnB w="9525">
                      <a:solidFill>
                        <a:srgbClr val="D5DFE6"/>
                      </a:solidFill>
                      <a:prstDash val="solid"/>
                    </a:lnB>
                    <a:solidFill>
                      <a:srgbClr val="132D48"/>
                    </a:solidFill>
                  </a:tcPr>
                </a:tc>
                <a:extLst>
                  <a:ext uri="{0D108BD9-81ED-4DB2-BD59-A6C34878D82A}">
                    <a16:rowId xmlns:a16="http://schemas.microsoft.com/office/drawing/2014/main" val="10000"/>
                  </a:ext>
                </a:extLst>
              </a:tr>
              <a:tr h="587375">
                <a:tc>
                  <a:txBody>
                    <a:bodyPr/>
                    <a:lstStyle/>
                    <a:p>
                      <a:r>
                        <a:rPr sz="1875" b="0">
                          <a:solidFill>
                            <a:srgbClr val="182B3A"/>
                          </a:solidFill>
                        </a:rPr>
                        <a:t>%t</a:t>
                      </a:r>
                    </a:p>
                  </a:txBody>
                  <a:tcPr>
                    <a:lnL w="9525">
                      <a:solidFill>
                        <a:srgbClr val="D5DFE6"/>
                      </a:solidFill>
                      <a:prstDash val="soli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FFFFFF"/>
                    </a:solidFill>
                  </a:tcPr>
                </a:tc>
                <a:tc>
                  <a:txBody>
                    <a:bodyPr/>
                    <a:lstStyle/>
                    <a:p>
                      <a:r>
                        <a:rPr sz="1875" b="0">
                          <a:solidFill>
                            <a:srgbClr val="182B3A"/>
                          </a:solidFill>
                        </a:rPr>
                        <a:t>Current time</a:t>
                      </a:r>
                    </a:p>
                  </a:txBody>
                  <a:tcPr>
                    <a:lnL w="9525" cap="flat" cmpd="sng" algn="ctr">
                      <a:solidFill>
                        <a:srgbClr val="D5DFE6"/>
                      </a:solidFill>
                      <a:prstDash val="solid"/>
                      <a:round/>
                      <a:headEnd type="none" w="med" len="med"/>
                      <a:tailEnd type="none" w="med" len="me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FFFFFF"/>
                    </a:solidFill>
                  </a:tcPr>
                </a:tc>
                <a:extLst>
                  <a:ext uri="{0D108BD9-81ED-4DB2-BD59-A6C34878D82A}">
                    <a16:rowId xmlns:a16="http://schemas.microsoft.com/office/drawing/2014/main" val="10001"/>
                  </a:ext>
                </a:extLst>
              </a:tr>
              <a:tr h="587375">
                <a:tc>
                  <a:txBody>
                    <a:bodyPr/>
                    <a:lstStyle/>
                    <a:p>
                      <a:r>
                        <a:rPr sz="1875" b="0">
                          <a:solidFill>
                            <a:srgbClr val="182B3A"/>
                          </a:solidFill>
                        </a:rPr>
                        <a:t>%m</a:t>
                      </a:r>
                    </a:p>
                  </a:txBody>
                  <a:tcPr>
                    <a:lnL w="9525">
                      <a:solidFill>
                        <a:srgbClr val="D5DFE6"/>
                      </a:solidFill>
                      <a:prstDash val="soli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E9F2F4"/>
                    </a:solidFill>
                  </a:tcPr>
                </a:tc>
                <a:tc>
                  <a:txBody>
                    <a:bodyPr/>
                    <a:lstStyle/>
                    <a:p>
                      <a:r>
                        <a:rPr sz="1875" b="0">
                          <a:solidFill>
                            <a:srgbClr val="182B3A"/>
                          </a:solidFill>
                        </a:rPr>
                        <a:t>Message text</a:t>
                      </a:r>
                    </a:p>
                  </a:txBody>
                  <a:tcPr>
                    <a:lnL w="9525" cap="flat" cmpd="sng" algn="ctr">
                      <a:solidFill>
                        <a:srgbClr val="D5DFE6"/>
                      </a:solidFill>
                      <a:prstDash val="solid"/>
                      <a:round/>
                      <a:headEnd type="none" w="med" len="med"/>
                      <a:tailEnd type="none" w="med" len="me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E9F2F4"/>
                    </a:solidFill>
                  </a:tcPr>
                </a:tc>
                <a:extLst>
                  <a:ext uri="{0D108BD9-81ED-4DB2-BD59-A6C34878D82A}">
                    <a16:rowId xmlns:a16="http://schemas.microsoft.com/office/drawing/2014/main" val="10002"/>
                  </a:ext>
                </a:extLst>
              </a:tr>
              <a:tr h="587375">
                <a:tc>
                  <a:txBody>
                    <a:bodyPr/>
                    <a:lstStyle/>
                    <a:p>
                      <a:r>
                        <a:rPr sz="1875" b="0">
                          <a:solidFill>
                            <a:srgbClr val="182B3A"/>
                          </a:solidFill>
                        </a:rPr>
                        <a:t>%n</a:t>
                      </a:r>
                    </a:p>
                  </a:txBody>
                  <a:tcPr>
                    <a:lnL w="9525">
                      <a:solidFill>
                        <a:srgbClr val="D5DFE6"/>
                      </a:solidFill>
                      <a:prstDash val="soli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FFFFFF"/>
                    </a:solidFill>
                  </a:tcPr>
                </a:tc>
                <a:tc>
                  <a:txBody>
                    <a:bodyPr/>
                    <a:lstStyle/>
                    <a:p>
                      <a:r>
                        <a:rPr sz="1875" b="0">
                          <a:solidFill>
                            <a:srgbClr val="182B3A"/>
                          </a:solidFill>
                        </a:rPr>
                        <a:t>Logger name</a:t>
                      </a:r>
                    </a:p>
                  </a:txBody>
                  <a:tcPr>
                    <a:lnL w="9525" cap="flat" cmpd="sng" algn="ctr">
                      <a:solidFill>
                        <a:srgbClr val="D5DFE6"/>
                      </a:solidFill>
                      <a:prstDash val="solid"/>
                      <a:round/>
                      <a:headEnd type="none" w="med" len="med"/>
                      <a:tailEnd type="none" w="med" len="me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FFFFFF"/>
                    </a:solidFill>
                  </a:tcPr>
                </a:tc>
                <a:extLst>
                  <a:ext uri="{0D108BD9-81ED-4DB2-BD59-A6C34878D82A}">
                    <a16:rowId xmlns:a16="http://schemas.microsoft.com/office/drawing/2014/main" val="10003"/>
                  </a:ext>
                </a:extLst>
              </a:tr>
              <a:tr h="587375">
                <a:tc>
                  <a:txBody>
                    <a:bodyPr/>
                    <a:lstStyle/>
                    <a:p>
                      <a:r>
                        <a:rPr sz="1875" b="0">
                          <a:solidFill>
                            <a:srgbClr val="182B3A"/>
                          </a:solidFill>
                        </a:rPr>
                        <a:t>%l</a:t>
                      </a:r>
                    </a:p>
                  </a:txBody>
                  <a:tcPr>
                    <a:lnL w="9525">
                      <a:solidFill>
                        <a:srgbClr val="D5DFE6"/>
                      </a:solidFill>
                      <a:prstDash val="soli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E9F2F4"/>
                    </a:solidFill>
                  </a:tcPr>
                </a:tc>
                <a:tc>
                  <a:txBody>
                    <a:bodyPr/>
                    <a:lstStyle/>
                    <a:p>
                      <a:r>
                        <a:rPr sz="1875" b="0">
                          <a:solidFill>
                            <a:srgbClr val="182B3A"/>
                          </a:solidFill>
                        </a:rPr>
                        <a:t>Message level</a:t>
                      </a:r>
                    </a:p>
                  </a:txBody>
                  <a:tcPr>
                    <a:lnL w="9525" cap="flat" cmpd="sng" algn="ctr">
                      <a:solidFill>
                        <a:srgbClr val="D5DFE6"/>
                      </a:solidFill>
                      <a:prstDash val="solid"/>
                      <a:round/>
                      <a:headEnd type="none" w="med" len="med"/>
                      <a:tailEnd type="none" w="med" len="me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E9F2F4"/>
                    </a:solidFill>
                  </a:tcPr>
                </a:tc>
                <a:extLst>
                  <a:ext uri="{0D108BD9-81ED-4DB2-BD59-A6C34878D82A}">
                    <a16:rowId xmlns:a16="http://schemas.microsoft.com/office/drawing/2014/main" val="10004"/>
                  </a:ext>
                </a:extLst>
              </a:tr>
              <a:tr h="587375">
                <a:tc>
                  <a:txBody>
                    <a:bodyPr/>
                    <a:lstStyle/>
                    <a:p>
                      <a:r>
                        <a:rPr sz="1875" b="0">
                          <a:solidFill>
                            <a:srgbClr val="182B3A"/>
                          </a:solidFill>
                        </a:rPr>
                        <a:t>%r</a:t>
                      </a:r>
                    </a:p>
                  </a:txBody>
                  <a:tcPr>
                    <a:lnL w="9525">
                      <a:solidFill>
                        <a:srgbClr val="D5DFE6"/>
                      </a:solidFill>
                      <a:prstDash val="soli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FFFFFF"/>
                    </a:solidFill>
                  </a:tcPr>
                </a:tc>
                <a:tc>
                  <a:txBody>
                    <a:bodyPr/>
                    <a:lstStyle/>
                    <a:p>
                      <a:r>
                        <a:rPr sz="1875" b="0">
                          <a:solidFill>
                            <a:srgbClr val="182B3A"/>
                          </a:solidFill>
                        </a:rPr>
                        <a:t>Random phrase for this level</a:t>
                      </a:r>
                    </a:p>
                  </a:txBody>
                  <a:tcPr>
                    <a:lnL w="9525" cap="flat" cmpd="sng" algn="ctr">
                      <a:solidFill>
                        <a:srgbClr val="D5DFE6"/>
                      </a:solidFill>
                      <a:prstDash val="solid"/>
                      <a:round/>
                      <a:headEnd type="none" w="med" len="med"/>
                      <a:tailEnd type="none" w="med" len="me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5" name="Прямоугольник 4">
            <a:extLst>
              <a:ext uri="{FF2B5EF4-FFF2-40B4-BE49-F238E27FC236}">
                <a16:creationId xmlns:a16="http://schemas.microsoft.com/office/drawing/2014/main" id="{E006CEE2-AA13-49E4-A759-311C5CE8EA0A}"/>
              </a:ext>
            </a:extLst>
          </p:cNvPr>
          <p:cNvSpPr>
            <a:spLocks noGrp="1"/>
          </p:cNvSpPr>
          <p:nvPr/>
        </p:nvSpPr>
        <p:spPr>
          <a:xfrm>
            <a:off x="6286500" y="1543050"/>
            <a:ext cx="4762500" cy="400050"/>
          </a:xfrm>
          <a:prstGeom prst="rect">
            <a:avLst/>
          </a:prstGeom>
          <a:noFill/>
          <a:ln w="0">
            <a:noFill/>
          </a:ln>
        </p:spPr>
        <p:txBody>
          <a:bodyPr/>
          <a:lstStyle>
            <a:defPPr>
              <a:defRPr sz="2250" b="1">
                <a:solidFill>
                  <a:srgbClr val="007D85"/>
                </a:solidFill>
              </a:defRPr>
            </a:defPPr>
            <a:lvl1pPr>
              <a:buNone/>
              <a:defRPr sz="2250" b="1">
                <a:solidFill>
                  <a:srgbClr val="007D85"/>
                </a:solidFill>
              </a:defRPr>
            </a:lvl1pPr>
            <a:lvl2pPr>
              <a:buNone/>
              <a:defRPr sz="2250" b="1">
                <a:solidFill>
                  <a:srgbClr val="007D85"/>
                </a:solidFill>
              </a:defRPr>
            </a:lvl2pPr>
            <a:lvl3pPr>
              <a:buNone/>
              <a:defRPr sz="2250" b="1">
                <a:solidFill>
                  <a:srgbClr val="007D85"/>
                </a:solidFill>
              </a:defRPr>
            </a:lvl3pPr>
            <a:lvl4pPr>
              <a:buNone/>
              <a:defRPr sz="2250" b="1">
                <a:solidFill>
                  <a:srgbClr val="007D85"/>
                </a:solidFill>
              </a:defRPr>
            </a:lvl4pPr>
            <a:lvl5pPr>
              <a:buNone/>
              <a:defRPr sz="2250" b="1">
                <a:solidFill>
                  <a:srgbClr val="007D85"/>
                </a:solidFill>
              </a:defRPr>
            </a:lvl5pPr>
            <a:lvl6pPr>
              <a:buNone/>
              <a:defRPr sz="2250" b="1">
                <a:solidFill>
                  <a:srgbClr val="007D85"/>
                </a:solidFill>
              </a:defRPr>
            </a:lvl6pPr>
            <a:lvl7pPr>
              <a:buNone/>
              <a:defRPr sz="2250" b="1">
                <a:solidFill>
                  <a:srgbClr val="007D85"/>
                </a:solidFill>
              </a:defRPr>
            </a:lvl7pPr>
            <a:lvl8pPr>
              <a:buNone/>
              <a:defRPr sz="2250" b="1">
                <a:solidFill>
                  <a:srgbClr val="007D85"/>
                </a:solidFill>
              </a:defRPr>
            </a:lvl8pPr>
            <a:lvl9pPr>
              <a:buNone/>
              <a:defRPr sz="2250" b="1">
                <a:solidFill>
                  <a:srgbClr val="007D85"/>
                </a:solidFill>
              </a:defRPr>
            </a:lvl9pPr>
          </a:lstStyle>
          <a:p>
            <a:pPr>
              <a:buNone/>
              <a:defRPr sz="2250" b="1">
                <a:solidFill>
                  <a:srgbClr val="007D85"/>
                </a:solidFill>
              </a:defRPr>
            </a:pPr>
            <a:r>
              <a:rPr sz="2250" b="1">
                <a:solidFill>
                  <a:srgbClr val="007D85"/>
                </a:solidFill>
              </a:rPr>
              <a:t>Template</a:t>
            </a:r>
          </a:p>
        </p:txBody>
      </p:sp>
      <p:sp>
        <p:nvSpPr>
          <p:cNvPr id="6" name="Прямоугольник 5">
            <a:extLst>
              <a:ext uri="{FF2B5EF4-FFF2-40B4-BE49-F238E27FC236}">
                <a16:creationId xmlns:a16="http://schemas.microsoft.com/office/drawing/2014/main" id="{CAE4AEC9-EEC3-4106-9780-BEF661AB2423}"/>
              </a:ext>
            </a:extLst>
          </p:cNvPr>
          <p:cNvSpPr>
            <a:spLocks noGrp="1"/>
          </p:cNvSpPr>
          <p:nvPr/>
        </p:nvSpPr>
        <p:spPr>
          <a:xfrm>
            <a:off x="6286500" y="2114550"/>
            <a:ext cx="5143500" cy="514350"/>
          </a:xfrm>
          <a:prstGeom prst="rect">
            <a:avLst/>
          </a:prstGeom>
          <a:noFill/>
          <a:ln w="0">
            <a:noFill/>
          </a:ln>
        </p:spPr>
        <p:txBody>
          <a:bodyPr/>
          <a:lstStyle>
            <a:defPPr>
              <a:defRPr sz="2475" b="0">
                <a:solidFill>
                  <a:srgbClr val="132D48"/>
                </a:solidFill>
              </a:defRPr>
            </a:defPPr>
            <a:lvl1pPr>
              <a:buNone/>
              <a:defRPr sz="2475" b="0">
                <a:solidFill>
                  <a:srgbClr val="132D48"/>
                </a:solidFill>
              </a:defRPr>
            </a:lvl1pPr>
            <a:lvl2pPr>
              <a:buNone/>
              <a:defRPr sz="2475" b="0">
                <a:solidFill>
                  <a:srgbClr val="132D48"/>
                </a:solidFill>
              </a:defRPr>
            </a:lvl2pPr>
            <a:lvl3pPr>
              <a:buNone/>
              <a:defRPr sz="2475" b="0">
                <a:solidFill>
                  <a:srgbClr val="132D48"/>
                </a:solidFill>
              </a:defRPr>
            </a:lvl3pPr>
            <a:lvl4pPr>
              <a:buNone/>
              <a:defRPr sz="2475" b="0">
                <a:solidFill>
                  <a:srgbClr val="132D48"/>
                </a:solidFill>
              </a:defRPr>
            </a:lvl4pPr>
            <a:lvl5pPr>
              <a:buNone/>
              <a:defRPr sz="2475" b="0">
                <a:solidFill>
                  <a:srgbClr val="132D48"/>
                </a:solidFill>
              </a:defRPr>
            </a:lvl5pPr>
            <a:lvl6pPr>
              <a:buNone/>
              <a:defRPr sz="2475" b="0">
                <a:solidFill>
                  <a:srgbClr val="132D48"/>
                </a:solidFill>
              </a:defRPr>
            </a:lvl6pPr>
            <a:lvl7pPr>
              <a:buNone/>
              <a:defRPr sz="2475" b="0">
                <a:solidFill>
                  <a:srgbClr val="132D48"/>
                </a:solidFill>
              </a:defRPr>
            </a:lvl7pPr>
            <a:lvl8pPr>
              <a:buNone/>
              <a:defRPr sz="2475" b="0">
                <a:solidFill>
                  <a:srgbClr val="132D48"/>
                </a:solidFill>
              </a:defRPr>
            </a:lvl8pPr>
            <a:lvl9pPr>
              <a:buNone/>
              <a:defRPr sz="2475" b="0">
                <a:solidFill>
                  <a:srgbClr val="132D48"/>
                </a:solidFill>
              </a:defRPr>
            </a:lvl9pPr>
          </a:lstStyle>
          <a:p>
            <a:pPr>
              <a:buNone/>
              <a:defRPr sz="2475" b="0">
                <a:solidFill>
                  <a:srgbClr val="132D48"/>
                </a:solidFill>
              </a:defRPr>
            </a:pPr>
            <a:r>
              <a:rPr sz="2475" b="0">
                <a:solidFill>
                  <a:srgbClr val="132D48"/>
                </a:solidFill>
              </a:rPr>
              <a:t>[%l] %n: %m</a:t>
            </a:r>
          </a:p>
        </p:txBody>
      </p:sp>
      <p:sp>
        <p:nvSpPr>
          <p:cNvPr id="7" name="Прямоугольник 6">
            <a:extLst>
              <a:ext uri="{FF2B5EF4-FFF2-40B4-BE49-F238E27FC236}">
                <a16:creationId xmlns:a16="http://schemas.microsoft.com/office/drawing/2014/main" id="{D1AAA529-84A7-48E5-A822-3F51B528DE2D}"/>
              </a:ext>
            </a:extLst>
          </p:cNvPr>
          <p:cNvSpPr>
            <a:spLocks noGrp="1"/>
          </p:cNvSpPr>
          <p:nvPr/>
        </p:nvSpPr>
        <p:spPr>
          <a:xfrm>
            <a:off x="6286500" y="3143250"/>
            <a:ext cx="4762500" cy="400050"/>
          </a:xfrm>
          <a:prstGeom prst="rect">
            <a:avLst/>
          </a:prstGeom>
          <a:noFill/>
          <a:ln w="0">
            <a:noFill/>
          </a:ln>
        </p:spPr>
        <p:txBody>
          <a:bodyPr/>
          <a:lstStyle>
            <a:defPPr>
              <a:defRPr sz="2250" b="1">
                <a:solidFill>
                  <a:srgbClr val="007D85"/>
                </a:solidFill>
              </a:defRPr>
            </a:defPPr>
            <a:lvl1pPr>
              <a:buNone/>
              <a:defRPr sz="2250" b="1">
                <a:solidFill>
                  <a:srgbClr val="007D85"/>
                </a:solidFill>
              </a:defRPr>
            </a:lvl1pPr>
            <a:lvl2pPr>
              <a:buNone/>
              <a:defRPr sz="2250" b="1">
                <a:solidFill>
                  <a:srgbClr val="007D85"/>
                </a:solidFill>
              </a:defRPr>
            </a:lvl2pPr>
            <a:lvl3pPr>
              <a:buNone/>
              <a:defRPr sz="2250" b="1">
                <a:solidFill>
                  <a:srgbClr val="007D85"/>
                </a:solidFill>
              </a:defRPr>
            </a:lvl3pPr>
            <a:lvl4pPr>
              <a:buNone/>
              <a:defRPr sz="2250" b="1">
                <a:solidFill>
                  <a:srgbClr val="007D85"/>
                </a:solidFill>
              </a:defRPr>
            </a:lvl4pPr>
            <a:lvl5pPr>
              <a:buNone/>
              <a:defRPr sz="2250" b="1">
                <a:solidFill>
                  <a:srgbClr val="007D85"/>
                </a:solidFill>
              </a:defRPr>
            </a:lvl5pPr>
            <a:lvl6pPr>
              <a:buNone/>
              <a:defRPr sz="2250" b="1">
                <a:solidFill>
                  <a:srgbClr val="007D85"/>
                </a:solidFill>
              </a:defRPr>
            </a:lvl6pPr>
            <a:lvl7pPr>
              <a:buNone/>
              <a:defRPr sz="2250" b="1">
                <a:solidFill>
                  <a:srgbClr val="007D85"/>
                </a:solidFill>
              </a:defRPr>
            </a:lvl7pPr>
            <a:lvl8pPr>
              <a:buNone/>
              <a:defRPr sz="2250" b="1">
                <a:solidFill>
                  <a:srgbClr val="007D85"/>
                </a:solidFill>
              </a:defRPr>
            </a:lvl8pPr>
            <a:lvl9pPr>
              <a:buNone/>
              <a:defRPr sz="2250" b="1">
                <a:solidFill>
                  <a:srgbClr val="007D85"/>
                </a:solidFill>
              </a:defRPr>
            </a:lvl9pPr>
          </a:lstStyle>
          <a:p>
            <a:pPr>
              <a:buNone/>
              <a:defRPr sz="2250" b="1">
                <a:solidFill>
                  <a:srgbClr val="007D85"/>
                </a:solidFill>
              </a:defRPr>
            </a:pPr>
            <a:r>
              <a:rPr sz="2250" b="1">
                <a:solidFill>
                  <a:srgbClr val="007D85"/>
                </a:solidFill>
              </a:rPr>
              <a:t>Example output</a:t>
            </a:r>
          </a:p>
        </p:txBody>
      </p:sp>
      <p:sp>
        <p:nvSpPr>
          <p:cNvPr id="8" name="Прямоугольник 7">
            <a:extLst>
              <a:ext uri="{FF2B5EF4-FFF2-40B4-BE49-F238E27FC236}">
                <a16:creationId xmlns:a16="http://schemas.microsoft.com/office/drawing/2014/main" id="{3BEE90AA-E189-416D-A92A-0470C307144A}"/>
              </a:ext>
            </a:extLst>
          </p:cNvPr>
          <p:cNvSpPr>
            <a:spLocks noGrp="1"/>
          </p:cNvSpPr>
          <p:nvPr/>
        </p:nvSpPr>
        <p:spPr>
          <a:xfrm>
            <a:off x="6286500" y="3714750"/>
            <a:ext cx="5238750" cy="904875"/>
          </a:xfrm>
          <a:prstGeom prst="rect">
            <a:avLst/>
          </a:prstGeom>
          <a:noFill/>
          <a:ln w="0">
            <a:noFill/>
          </a:ln>
        </p:spPr>
        <p:txBody>
          <a:bodyPr/>
          <a:lstStyle>
            <a:defPPr>
              <a:defRPr sz="2175" b="0">
                <a:solidFill>
                  <a:srgbClr val="132D48"/>
                </a:solidFill>
              </a:defRPr>
            </a:defPPr>
            <a:lvl1pPr>
              <a:buNone/>
              <a:defRPr sz="2175" b="0">
                <a:solidFill>
                  <a:srgbClr val="132D48"/>
                </a:solidFill>
              </a:defRPr>
            </a:lvl1pPr>
            <a:lvl2pPr>
              <a:buNone/>
              <a:defRPr sz="2175" b="0">
                <a:solidFill>
                  <a:srgbClr val="132D48"/>
                </a:solidFill>
              </a:defRPr>
            </a:lvl2pPr>
            <a:lvl3pPr>
              <a:buNone/>
              <a:defRPr sz="2175" b="0">
                <a:solidFill>
                  <a:srgbClr val="132D48"/>
                </a:solidFill>
              </a:defRPr>
            </a:lvl3pPr>
            <a:lvl4pPr>
              <a:buNone/>
              <a:defRPr sz="2175" b="0">
                <a:solidFill>
                  <a:srgbClr val="132D48"/>
                </a:solidFill>
              </a:defRPr>
            </a:lvl4pPr>
            <a:lvl5pPr>
              <a:buNone/>
              <a:defRPr sz="2175" b="0">
                <a:solidFill>
                  <a:srgbClr val="132D48"/>
                </a:solidFill>
              </a:defRPr>
            </a:lvl5pPr>
            <a:lvl6pPr>
              <a:buNone/>
              <a:defRPr sz="2175" b="0">
                <a:solidFill>
                  <a:srgbClr val="132D48"/>
                </a:solidFill>
              </a:defRPr>
            </a:lvl6pPr>
            <a:lvl7pPr>
              <a:buNone/>
              <a:defRPr sz="2175" b="0">
                <a:solidFill>
                  <a:srgbClr val="132D48"/>
                </a:solidFill>
              </a:defRPr>
            </a:lvl7pPr>
            <a:lvl8pPr>
              <a:buNone/>
              <a:defRPr sz="2175" b="0">
                <a:solidFill>
                  <a:srgbClr val="132D48"/>
                </a:solidFill>
              </a:defRPr>
            </a:lvl8pPr>
            <a:lvl9pPr>
              <a:buNone/>
              <a:defRPr sz="2175" b="0">
                <a:solidFill>
                  <a:srgbClr val="132D48"/>
                </a:solidFill>
              </a:defRPr>
            </a:lvl9pPr>
          </a:lstStyle>
          <a:p>
            <a:pPr>
              <a:buNone/>
              <a:defRPr sz="2175" b="0">
                <a:solidFill>
                  <a:srgbClr val="132D48"/>
                </a:solidFill>
              </a:defRPr>
            </a:pPr>
            <a:r>
              <a:rPr sz="2175" b="0">
                <a:solidFill>
                  <a:srgbClr val="132D48"/>
                </a:solidFill>
              </a:rPr>
              <a:t>[INFO] Parentheses:</a:t>
            </a:r>
          </a:p>
          <a:p>
            <a:pPr>
              <a:buNone/>
              <a:defRPr sz="2175" b="0">
                <a:solidFill>
                  <a:srgbClr val="132D48"/>
                </a:solidFill>
              </a:defRPr>
            </a:pPr>
            <a:r>
              <a:rPr sz="2175" b="0">
                <a:solidFill>
                  <a:srgbClr val="132D48"/>
                </a:solidFill>
              </a:rPr>
              <a:t>Valid input</a:t>
            </a:r>
          </a:p>
        </p:txBody>
      </p:sp>
      <p:sp>
        <p:nvSpPr>
          <p:cNvPr id="9" name="Прямоугольник 8">
            <a:extLst>
              <a:ext uri="{FF2B5EF4-FFF2-40B4-BE49-F238E27FC236}">
                <a16:creationId xmlns:a16="http://schemas.microsoft.com/office/drawing/2014/main" id="{F3E1430F-5874-436F-97F6-375C4A252340}"/>
              </a:ext>
            </a:extLst>
          </p:cNvPr>
          <p:cNvSpPr>
            <a:spLocks noGrp="1"/>
          </p:cNvSpPr>
          <p:nvPr/>
        </p:nvSpPr>
        <p:spPr>
          <a:xfrm>
            <a:off x="685800" y="5467350"/>
            <a:ext cx="10477500" cy="619125"/>
          </a:xfrm>
          <a:prstGeom prst="rect">
            <a:avLst/>
          </a:prstGeom>
          <a:noFill/>
          <a:ln w="0">
            <a:noFill/>
          </a:ln>
        </p:spPr>
        <p:txBody>
          <a:bodyPr/>
          <a:lstStyle>
            <a:defPPr>
              <a:defRPr sz="2250" b="0">
                <a:solidFill>
                  <a:srgbClr val="182B3A"/>
                </a:solidFill>
              </a:defRPr>
            </a:defPPr>
            <a:lvl1pPr>
              <a:buNone/>
              <a:defRPr sz="2250" b="0">
                <a:solidFill>
                  <a:srgbClr val="182B3A"/>
                </a:solidFill>
              </a:defRPr>
            </a:lvl1pPr>
            <a:lvl2pPr>
              <a:buNone/>
              <a:defRPr sz="2250" b="0">
                <a:solidFill>
                  <a:srgbClr val="182B3A"/>
                </a:solidFill>
              </a:defRPr>
            </a:lvl2pPr>
            <a:lvl3pPr>
              <a:buNone/>
              <a:defRPr sz="2250" b="0">
                <a:solidFill>
                  <a:srgbClr val="182B3A"/>
                </a:solidFill>
              </a:defRPr>
            </a:lvl3pPr>
            <a:lvl4pPr>
              <a:buNone/>
              <a:defRPr sz="2250" b="0">
                <a:solidFill>
                  <a:srgbClr val="182B3A"/>
                </a:solidFill>
              </a:defRPr>
            </a:lvl4pPr>
            <a:lvl5pPr>
              <a:buNone/>
              <a:defRPr sz="2250" b="0">
                <a:solidFill>
                  <a:srgbClr val="182B3A"/>
                </a:solidFill>
              </a:defRPr>
            </a:lvl5pPr>
            <a:lvl6pPr>
              <a:buNone/>
              <a:defRPr sz="2250" b="0">
                <a:solidFill>
                  <a:srgbClr val="182B3A"/>
                </a:solidFill>
              </a:defRPr>
            </a:lvl6pPr>
            <a:lvl7pPr>
              <a:buNone/>
              <a:defRPr sz="2250" b="0">
                <a:solidFill>
                  <a:srgbClr val="182B3A"/>
                </a:solidFill>
              </a:defRPr>
            </a:lvl7pPr>
            <a:lvl8pPr>
              <a:buNone/>
              <a:defRPr sz="2250" b="0">
                <a:solidFill>
                  <a:srgbClr val="182B3A"/>
                </a:solidFill>
              </a:defRPr>
            </a:lvl8pPr>
            <a:lvl9pPr>
              <a:buNone/>
              <a:defRPr sz="2250" b="0">
                <a:solidFill>
                  <a:srgbClr val="182B3A"/>
                </a:solidFill>
              </a:defRPr>
            </a:lvl9pPr>
          </a:lstStyle>
          <a:p>
            <a:pPr>
              <a:buNone/>
              <a:defRPr sz="2250" b="0">
                <a:solidFill>
                  <a:srgbClr val="182B3A"/>
                </a:solidFill>
              </a:defRPr>
            </a:pPr>
            <a:r>
              <a:rPr sz="2250" b="0">
                <a:solidFill>
                  <a:srgbClr val="182B3A"/>
                </a:solidFill>
              </a:rPr>
              <a:t>Each level has its own set of phrases for %r.</a:t>
            </a:r>
          </a:p>
        </p:txBody>
      </p:sp>
    </p:spTree>
    <p:extLst>
      <p:ext uri="{BB962C8B-B14F-4D97-AF65-F5344CB8AC3E}">
        <p14:creationId xmlns:p14="http://schemas.microsoft.com/office/powerpoint/2010/main" val="1962743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4469408D-0E53-455B-8E5D-65465A71302B}"/>
              </a:ext>
            </a:extLst>
          </p:cNvPr>
          <p:cNvSpPr>
            <a:spLocks noGrp="1"/>
          </p:cNvSpPr>
          <p:nvPr/>
        </p:nvSpPr>
        <p:spPr>
          <a:xfrm>
            <a:off x="609600" y="419100"/>
            <a:ext cx="10972800" cy="666750"/>
          </a:xfrm>
          <a:prstGeom prst="rect">
            <a:avLst/>
          </a:prstGeom>
          <a:noFill/>
          <a:ln w="0">
            <a:noFill/>
          </a:ln>
        </p:spPr>
        <p:txBody>
          <a:bodyPr/>
          <a:lstStyle>
            <a:defPPr>
              <a:defRPr sz="3300" b="1">
                <a:solidFill>
                  <a:srgbClr val="132D48"/>
                </a:solidFill>
              </a:defRPr>
            </a:defPPr>
            <a:lvl1pPr>
              <a:buNone/>
              <a:defRPr sz="3300" b="1">
                <a:solidFill>
                  <a:srgbClr val="132D48"/>
                </a:solidFill>
              </a:defRPr>
            </a:lvl1pPr>
            <a:lvl2pPr>
              <a:buNone/>
              <a:defRPr sz="3300" b="1">
                <a:solidFill>
                  <a:srgbClr val="132D48"/>
                </a:solidFill>
              </a:defRPr>
            </a:lvl2pPr>
            <a:lvl3pPr>
              <a:buNone/>
              <a:defRPr sz="3300" b="1">
                <a:solidFill>
                  <a:srgbClr val="132D48"/>
                </a:solidFill>
              </a:defRPr>
            </a:lvl3pPr>
            <a:lvl4pPr>
              <a:buNone/>
              <a:defRPr sz="3300" b="1">
                <a:solidFill>
                  <a:srgbClr val="132D48"/>
                </a:solidFill>
              </a:defRPr>
            </a:lvl4pPr>
            <a:lvl5pPr>
              <a:buNone/>
              <a:defRPr sz="3300" b="1">
                <a:solidFill>
                  <a:srgbClr val="132D48"/>
                </a:solidFill>
              </a:defRPr>
            </a:lvl5pPr>
            <a:lvl6pPr>
              <a:buNone/>
              <a:defRPr sz="3300" b="1">
                <a:solidFill>
                  <a:srgbClr val="132D48"/>
                </a:solidFill>
              </a:defRPr>
            </a:lvl6pPr>
            <a:lvl7pPr>
              <a:buNone/>
              <a:defRPr sz="3300" b="1">
                <a:solidFill>
                  <a:srgbClr val="132D48"/>
                </a:solidFill>
              </a:defRPr>
            </a:lvl7pPr>
            <a:lvl8pPr>
              <a:buNone/>
              <a:defRPr sz="3300" b="1">
                <a:solidFill>
                  <a:srgbClr val="132D48"/>
                </a:solidFill>
              </a:defRPr>
            </a:lvl8pPr>
            <a:lvl9pPr>
              <a:buNone/>
              <a:defRPr sz="3300" b="1">
                <a:solidFill>
                  <a:srgbClr val="132D48"/>
                </a:solidFill>
              </a:defRPr>
            </a:lvl9pPr>
          </a:lstStyle>
          <a:p>
            <a:pPr>
              <a:buNone/>
              <a:defRPr sz="3300" b="1">
                <a:solidFill>
                  <a:srgbClr val="132D48"/>
                </a:solidFill>
              </a:defRPr>
            </a:pPr>
            <a:r>
              <a:rPr sz="3300" b="1">
                <a:solidFill>
                  <a:srgbClr val="132D48"/>
                </a:solidFill>
              </a:rPr>
              <a:t>Checking parentheses with a counter</a:t>
            </a:r>
          </a:p>
        </p:txBody>
      </p:sp>
      <p:sp>
        <p:nvSpPr>
          <p:cNvPr id="3" name="Прямоугольник 2">
            <a:extLst>
              <a:ext uri="{FF2B5EF4-FFF2-40B4-BE49-F238E27FC236}">
                <a16:creationId xmlns:a16="http://schemas.microsoft.com/office/drawing/2014/main" id="{5166497A-EAB3-4AC4-910A-92FE3344A494}"/>
              </a:ext>
            </a:extLst>
          </p:cNvPr>
          <p:cNvSpPr>
            <a:spLocks noGrp="1"/>
          </p:cNvSpPr>
          <p:nvPr/>
        </p:nvSpPr>
        <p:spPr>
          <a:xfrm>
            <a:off x="11125200" y="6343650"/>
            <a:ext cx="533400" cy="266700"/>
          </a:xfrm>
          <a:prstGeom prst="rect">
            <a:avLst/>
          </a:prstGeom>
          <a:noFill/>
          <a:ln w="0">
            <a:noFill/>
          </a:ln>
        </p:spPr>
        <p:txBody>
          <a:bodyPr/>
          <a:lstStyle>
            <a:defPPr>
              <a:defRPr sz="1350" b="0">
                <a:solidFill>
                  <a:srgbClr val="586875"/>
                </a:solidFill>
              </a:defRPr>
            </a:defPPr>
            <a:lvl1pPr>
              <a:buNone/>
              <a:defRPr sz="1350" b="0">
                <a:solidFill>
                  <a:srgbClr val="586875"/>
                </a:solidFill>
              </a:defRPr>
            </a:lvl1pPr>
            <a:lvl2pPr>
              <a:buNone/>
              <a:defRPr sz="1350" b="0">
                <a:solidFill>
                  <a:srgbClr val="586875"/>
                </a:solidFill>
              </a:defRPr>
            </a:lvl2pPr>
            <a:lvl3pPr>
              <a:buNone/>
              <a:defRPr sz="1350" b="0">
                <a:solidFill>
                  <a:srgbClr val="586875"/>
                </a:solidFill>
              </a:defRPr>
            </a:lvl3pPr>
            <a:lvl4pPr>
              <a:buNone/>
              <a:defRPr sz="1350" b="0">
                <a:solidFill>
                  <a:srgbClr val="586875"/>
                </a:solidFill>
              </a:defRPr>
            </a:lvl4pPr>
            <a:lvl5pPr>
              <a:buNone/>
              <a:defRPr sz="1350" b="0">
                <a:solidFill>
                  <a:srgbClr val="586875"/>
                </a:solidFill>
              </a:defRPr>
            </a:lvl5pPr>
            <a:lvl6pPr>
              <a:buNone/>
              <a:defRPr sz="1350" b="0">
                <a:solidFill>
                  <a:srgbClr val="586875"/>
                </a:solidFill>
              </a:defRPr>
            </a:lvl6pPr>
            <a:lvl7pPr>
              <a:buNone/>
              <a:defRPr sz="1350" b="0">
                <a:solidFill>
                  <a:srgbClr val="586875"/>
                </a:solidFill>
              </a:defRPr>
            </a:lvl7pPr>
            <a:lvl8pPr>
              <a:buNone/>
              <a:defRPr sz="1350" b="0">
                <a:solidFill>
                  <a:srgbClr val="586875"/>
                </a:solidFill>
              </a:defRPr>
            </a:lvl8pPr>
            <a:lvl9pPr>
              <a:buNone/>
              <a:defRPr sz="1350" b="0">
                <a:solidFill>
                  <a:srgbClr val="586875"/>
                </a:solidFill>
              </a:defRPr>
            </a:lvl9pPr>
          </a:lstStyle>
          <a:p>
            <a:pPr>
              <a:buNone/>
              <a:defRPr sz="1350" b="0">
                <a:solidFill>
                  <a:srgbClr val="586875"/>
                </a:solidFill>
              </a:defRPr>
            </a:pPr>
            <a:r>
              <a:rPr sz="1350" b="0">
                <a:solidFill>
                  <a:srgbClr val="586875"/>
                </a:solidFill>
              </a:rPr>
              <a:t>06</a:t>
            </a:r>
          </a:p>
        </p:txBody>
      </p:sp>
      <p:sp>
        <p:nvSpPr>
          <p:cNvPr id="4" name="Прямоугольник 3">
            <a:extLst>
              <a:ext uri="{FF2B5EF4-FFF2-40B4-BE49-F238E27FC236}">
                <a16:creationId xmlns:a16="http://schemas.microsoft.com/office/drawing/2014/main" id="{E8D70672-B211-439E-B4E7-30855BC77BF4}"/>
              </a:ext>
            </a:extLst>
          </p:cNvPr>
          <p:cNvSpPr>
            <a:spLocks noGrp="1"/>
          </p:cNvSpPr>
          <p:nvPr/>
        </p:nvSpPr>
        <p:spPr>
          <a:xfrm>
            <a:off x="685800" y="1238250"/>
            <a:ext cx="10668000" cy="514350"/>
          </a:xfrm>
          <a:prstGeom prst="rect">
            <a:avLst/>
          </a:prstGeom>
          <a:noFill/>
          <a:ln w="0">
            <a:noFill/>
          </a:ln>
        </p:spPr>
        <p:txBody>
          <a:bodyPr/>
          <a:lstStyle>
            <a:defPPr>
              <a:defRPr sz="2175" b="0">
                <a:solidFill>
                  <a:srgbClr val="182B3A"/>
                </a:solidFill>
              </a:defRPr>
            </a:defPPr>
            <a:lvl1pPr>
              <a:buNone/>
              <a:defRPr sz="2175" b="0">
                <a:solidFill>
                  <a:srgbClr val="182B3A"/>
                </a:solidFill>
              </a:defRPr>
            </a:lvl1pPr>
            <a:lvl2pPr>
              <a:buNone/>
              <a:defRPr sz="2175" b="0">
                <a:solidFill>
                  <a:srgbClr val="182B3A"/>
                </a:solidFill>
              </a:defRPr>
            </a:lvl2pPr>
            <a:lvl3pPr>
              <a:buNone/>
              <a:defRPr sz="2175" b="0">
                <a:solidFill>
                  <a:srgbClr val="182B3A"/>
                </a:solidFill>
              </a:defRPr>
            </a:lvl3pPr>
            <a:lvl4pPr>
              <a:buNone/>
              <a:defRPr sz="2175" b="0">
                <a:solidFill>
                  <a:srgbClr val="182B3A"/>
                </a:solidFill>
              </a:defRPr>
            </a:lvl4pPr>
            <a:lvl5pPr>
              <a:buNone/>
              <a:defRPr sz="2175" b="0">
                <a:solidFill>
                  <a:srgbClr val="182B3A"/>
                </a:solidFill>
              </a:defRPr>
            </a:lvl5pPr>
            <a:lvl6pPr>
              <a:buNone/>
              <a:defRPr sz="2175" b="0">
                <a:solidFill>
                  <a:srgbClr val="182B3A"/>
                </a:solidFill>
              </a:defRPr>
            </a:lvl6pPr>
            <a:lvl7pPr>
              <a:buNone/>
              <a:defRPr sz="2175" b="0">
                <a:solidFill>
                  <a:srgbClr val="182B3A"/>
                </a:solidFill>
              </a:defRPr>
            </a:lvl7pPr>
            <a:lvl8pPr>
              <a:buNone/>
              <a:defRPr sz="2175" b="0">
                <a:solidFill>
                  <a:srgbClr val="182B3A"/>
                </a:solidFill>
              </a:defRPr>
            </a:lvl8pPr>
            <a:lvl9pPr>
              <a:buNone/>
              <a:defRPr sz="2175" b="0">
                <a:solidFill>
                  <a:srgbClr val="182B3A"/>
                </a:solidFill>
              </a:defRPr>
            </a:lvl9pPr>
          </a:lstStyle>
          <a:p>
            <a:pPr>
              <a:buNone/>
              <a:defRPr sz="2175" b="0">
                <a:solidFill>
                  <a:srgbClr val="182B3A"/>
                </a:solidFill>
              </a:defRPr>
            </a:pPr>
            <a:r>
              <a:rPr sz="2175" b="0">
                <a:solidFill>
                  <a:srgbClr val="182B3A"/>
                </a:solidFill>
              </a:rPr>
              <a:t>balance counts opening parentheses that still need a pair.</a:t>
            </a:r>
          </a:p>
        </p:txBody>
      </p:sp>
      <p:graphicFrame>
        <p:nvGraphicFramePr>
          <p:cNvPr id="5" name="Таблица 4">
            <a:extLst>
              <a:ext uri="{FF2B5EF4-FFF2-40B4-BE49-F238E27FC236}">
                <a16:creationId xmlns:a16="http://schemas.microsoft.com/office/drawing/2014/main" id="{89CF331A-48D7-476D-9910-86A68AD03736}"/>
              </a:ext>
            </a:extLst>
          </p:cNvPr>
          <p:cNvGraphicFramePr/>
          <p:nvPr/>
        </p:nvGraphicFramePr>
        <p:xfrm>
          <a:off x="685800" y="2095500"/>
          <a:ext cx="5143500" cy="3371850"/>
        </p:xfrm>
        <a:graphic>
          <a:graphicData uri="http://schemas.openxmlformats.org/drawingml/2006/table">
            <a:tbl>
              <a:tblPr/>
              <a:tblGrid>
                <a:gridCol w="34290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tblGrid>
              <a:tr h="561975">
                <a:tc>
                  <a:txBody>
                    <a:bodyPr/>
                    <a:lstStyle/>
                    <a:p>
                      <a:r>
                        <a:rPr sz="1875" b="1">
                          <a:solidFill>
                            <a:srgbClr val="FFFFFF"/>
                          </a:solidFill>
                        </a:rPr>
                        <a:t>Step for (())</a:t>
                      </a:r>
                    </a:p>
                  </a:txBody>
                  <a:tcPr>
                    <a:lnL w="9525">
                      <a:solidFill>
                        <a:srgbClr val="D5DFE6"/>
                      </a:solidFill>
                      <a:prstDash val="solid"/>
                    </a:lnL>
                    <a:lnR w="9525">
                      <a:solidFill>
                        <a:srgbClr val="D5DFE6"/>
                      </a:solidFill>
                      <a:prstDash val="solid"/>
                    </a:lnR>
                    <a:lnT w="9525">
                      <a:solidFill>
                        <a:srgbClr val="D5DFE6"/>
                      </a:solidFill>
                      <a:prstDash val="solid"/>
                    </a:lnT>
                    <a:lnB w="9525">
                      <a:solidFill>
                        <a:srgbClr val="D5DFE6"/>
                      </a:solidFill>
                      <a:prstDash val="solid"/>
                    </a:lnB>
                    <a:solidFill>
                      <a:srgbClr val="132D48"/>
                    </a:solidFill>
                  </a:tcPr>
                </a:tc>
                <a:tc>
                  <a:txBody>
                    <a:bodyPr/>
                    <a:lstStyle/>
                    <a:p>
                      <a:r>
                        <a:rPr sz="1875" b="1">
                          <a:solidFill>
                            <a:srgbClr val="FFFFFF"/>
                          </a:solidFill>
                        </a:rPr>
                        <a:t>balance</a:t>
                      </a:r>
                    </a:p>
                  </a:txBody>
                  <a:tcPr>
                    <a:lnL w="9525" cap="flat" cmpd="sng" algn="ctr">
                      <a:solidFill>
                        <a:srgbClr val="D5DFE6"/>
                      </a:solidFill>
                      <a:prstDash val="solid"/>
                      <a:round/>
                      <a:headEnd type="none" w="med" len="med"/>
                      <a:tailEnd type="none" w="med" len="med"/>
                    </a:lnL>
                    <a:lnR w="9525">
                      <a:solidFill>
                        <a:srgbClr val="D5DFE6"/>
                      </a:solidFill>
                      <a:prstDash val="solid"/>
                    </a:lnR>
                    <a:lnT w="9525">
                      <a:solidFill>
                        <a:srgbClr val="D5DFE6"/>
                      </a:solidFill>
                      <a:prstDash val="solid"/>
                    </a:lnT>
                    <a:lnB w="9525">
                      <a:solidFill>
                        <a:srgbClr val="D5DFE6"/>
                      </a:solidFill>
                      <a:prstDash val="solid"/>
                    </a:lnB>
                    <a:solidFill>
                      <a:srgbClr val="132D48"/>
                    </a:solidFill>
                  </a:tcPr>
                </a:tc>
                <a:extLst>
                  <a:ext uri="{0D108BD9-81ED-4DB2-BD59-A6C34878D82A}">
                    <a16:rowId xmlns:a16="http://schemas.microsoft.com/office/drawing/2014/main" val="10000"/>
                  </a:ext>
                </a:extLst>
              </a:tr>
              <a:tr h="561975">
                <a:tc>
                  <a:txBody>
                    <a:bodyPr/>
                    <a:lstStyle/>
                    <a:p>
                      <a:r>
                        <a:rPr sz="1875" b="0">
                          <a:solidFill>
                            <a:srgbClr val="182B3A"/>
                          </a:solidFill>
                        </a:rPr>
                        <a:t>Before the scan</a:t>
                      </a:r>
                    </a:p>
                  </a:txBody>
                  <a:tcPr>
                    <a:lnL w="9525">
                      <a:solidFill>
                        <a:srgbClr val="D5DFE6"/>
                      </a:solidFill>
                      <a:prstDash val="soli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FFFFFF"/>
                    </a:solidFill>
                  </a:tcPr>
                </a:tc>
                <a:tc>
                  <a:txBody>
                    <a:bodyPr/>
                    <a:lstStyle/>
                    <a:p>
                      <a:r>
                        <a:rPr sz="1875" b="0">
                          <a:solidFill>
                            <a:srgbClr val="182B3A"/>
                          </a:solidFill>
                        </a:rPr>
                        <a:t>0</a:t>
                      </a:r>
                    </a:p>
                  </a:txBody>
                  <a:tcPr>
                    <a:lnL w="9525" cap="flat" cmpd="sng" algn="ctr">
                      <a:solidFill>
                        <a:srgbClr val="D5DFE6"/>
                      </a:solidFill>
                      <a:prstDash val="solid"/>
                      <a:round/>
                      <a:headEnd type="none" w="med" len="med"/>
                      <a:tailEnd type="none" w="med" len="me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FFFFFF"/>
                    </a:solidFill>
                  </a:tcPr>
                </a:tc>
                <a:extLst>
                  <a:ext uri="{0D108BD9-81ED-4DB2-BD59-A6C34878D82A}">
                    <a16:rowId xmlns:a16="http://schemas.microsoft.com/office/drawing/2014/main" val="10001"/>
                  </a:ext>
                </a:extLst>
              </a:tr>
              <a:tr h="561975">
                <a:tc>
                  <a:txBody>
                    <a:bodyPr/>
                    <a:lstStyle/>
                    <a:p>
                      <a:r>
                        <a:rPr sz="1875" b="0">
                          <a:solidFill>
                            <a:srgbClr val="182B3A"/>
                          </a:solidFill>
                        </a:rPr>
                        <a:t>Read (</a:t>
                      </a:r>
                    </a:p>
                  </a:txBody>
                  <a:tcPr>
                    <a:lnL w="9525">
                      <a:solidFill>
                        <a:srgbClr val="D5DFE6"/>
                      </a:solidFill>
                      <a:prstDash val="soli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E9F2F4"/>
                    </a:solidFill>
                  </a:tcPr>
                </a:tc>
                <a:tc>
                  <a:txBody>
                    <a:bodyPr/>
                    <a:lstStyle/>
                    <a:p>
                      <a:r>
                        <a:rPr sz="1875" b="0">
                          <a:solidFill>
                            <a:srgbClr val="182B3A"/>
                          </a:solidFill>
                        </a:rPr>
                        <a:t>1</a:t>
                      </a:r>
                    </a:p>
                  </a:txBody>
                  <a:tcPr>
                    <a:lnL w="9525" cap="flat" cmpd="sng" algn="ctr">
                      <a:solidFill>
                        <a:srgbClr val="D5DFE6"/>
                      </a:solidFill>
                      <a:prstDash val="solid"/>
                      <a:round/>
                      <a:headEnd type="none" w="med" len="med"/>
                      <a:tailEnd type="none" w="med" len="me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E9F2F4"/>
                    </a:solidFill>
                  </a:tcPr>
                </a:tc>
                <a:extLst>
                  <a:ext uri="{0D108BD9-81ED-4DB2-BD59-A6C34878D82A}">
                    <a16:rowId xmlns:a16="http://schemas.microsoft.com/office/drawing/2014/main" val="10002"/>
                  </a:ext>
                </a:extLst>
              </a:tr>
              <a:tr h="561975">
                <a:tc>
                  <a:txBody>
                    <a:bodyPr/>
                    <a:lstStyle/>
                    <a:p>
                      <a:r>
                        <a:rPr sz="1875" b="0">
                          <a:solidFill>
                            <a:srgbClr val="182B3A"/>
                          </a:solidFill>
                        </a:rPr>
                        <a:t>Read (</a:t>
                      </a:r>
                    </a:p>
                  </a:txBody>
                  <a:tcPr>
                    <a:lnL w="9525">
                      <a:solidFill>
                        <a:srgbClr val="D5DFE6"/>
                      </a:solidFill>
                      <a:prstDash val="soli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FFFFFF"/>
                    </a:solidFill>
                  </a:tcPr>
                </a:tc>
                <a:tc>
                  <a:txBody>
                    <a:bodyPr/>
                    <a:lstStyle/>
                    <a:p>
                      <a:r>
                        <a:rPr sz="1875" b="0">
                          <a:solidFill>
                            <a:srgbClr val="182B3A"/>
                          </a:solidFill>
                        </a:rPr>
                        <a:t>2</a:t>
                      </a:r>
                    </a:p>
                  </a:txBody>
                  <a:tcPr>
                    <a:lnL w="9525" cap="flat" cmpd="sng" algn="ctr">
                      <a:solidFill>
                        <a:srgbClr val="D5DFE6"/>
                      </a:solidFill>
                      <a:prstDash val="solid"/>
                      <a:round/>
                      <a:headEnd type="none" w="med" len="med"/>
                      <a:tailEnd type="none" w="med" len="me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FFFFFF"/>
                    </a:solidFill>
                  </a:tcPr>
                </a:tc>
                <a:extLst>
                  <a:ext uri="{0D108BD9-81ED-4DB2-BD59-A6C34878D82A}">
                    <a16:rowId xmlns:a16="http://schemas.microsoft.com/office/drawing/2014/main" val="10003"/>
                  </a:ext>
                </a:extLst>
              </a:tr>
              <a:tr h="561975">
                <a:tc>
                  <a:txBody>
                    <a:bodyPr/>
                    <a:lstStyle/>
                    <a:p>
                      <a:r>
                        <a:rPr sz="1875" b="0">
                          <a:solidFill>
                            <a:srgbClr val="182B3A"/>
                          </a:solidFill>
                        </a:rPr>
                        <a:t>Read )</a:t>
                      </a:r>
                    </a:p>
                  </a:txBody>
                  <a:tcPr>
                    <a:lnL w="9525">
                      <a:solidFill>
                        <a:srgbClr val="D5DFE6"/>
                      </a:solidFill>
                      <a:prstDash val="soli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E9F2F4"/>
                    </a:solidFill>
                  </a:tcPr>
                </a:tc>
                <a:tc>
                  <a:txBody>
                    <a:bodyPr/>
                    <a:lstStyle/>
                    <a:p>
                      <a:r>
                        <a:rPr sz="1875" b="0">
                          <a:solidFill>
                            <a:srgbClr val="182B3A"/>
                          </a:solidFill>
                        </a:rPr>
                        <a:t>1</a:t>
                      </a:r>
                    </a:p>
                  </a:txBody>
                  <a:tcPr>
                    <a:lnL w="9525" cap="flat" cmpd="sng" algn="ctr">
                      <a:solidFill>
                        <a:srgbClr val="D5DFE6"/>
                      </a:solidFill>
                      <a:prstDash val="solid"/>
                      <a:round/>
                      <a:headEnd type="none" w="med" len="med"/>
                      <a:tailEnd type="none" w="med" len="me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E9F2F4"/>
                    </a:solidFill>
                  </a:tcPr>
                </a:tc>
                <a:extLst>
                  <a:ext uri="{0D108BD9-81ED-4DB2-BD59-A6C34878D82A}">
                    <a16:rowId xmlns:a16="http://schemas.microsoft.com/office/drawing/2014/main" val="10004"/>
                  </a:ext>
                </a:extLst>
              </a:tr>
              <a:tr h="561975">
                <a:tc>
                  <a:txBody>
                    <a:bodyPr/>
                    <a:lstStyle/>
                    <a:p>
                      <a:r>
                        <a:rPr sz="1875" b="0">
                          <a:solidFill>
                            <a:srgbClr val="182B3A"/>
                          </a:solidFill>
                        </a:rPr>
                        <a:t>Read )</a:t>
                      </a:r>
                    </a:p>
                  </a:txBody>
                  <a:tcPr>
                    <a:lnL w="9525">
                      <a:solidFill>
                        <a:srgbClr val="D5DFE6"/>
                      </a:solidFill>
                      <a:prstDash val="soli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FFFFFF"/>
                    </a:solidFill>
                  </a:tcPr>
                </a:tc>
                <a:tc>
                  <a:txBody>
                    <a:bodyPr/>
                    <a:lstStyle/>
                    <a:p>
                      <a:r>
                        <a:rPr sz="1875" b="0">
                          <a:solidFill>
                            <a:srgbClr val="182B3A"/>
                          </a:solidFill>
                        </a:rPr>
                        <a:t>0</a:t>
                      </a:r>
                    </a:p>
                  </a:txBody>
                  <a:tcPr>
                    <a:lnL w="9525" cap="flat" cmpd="sng" algn="ctr">
                      <a:solidFill>
                        <a:srgbClr val="D5DFE6"/>
                      </a:solidFill>
                      <a:prstDash val="solid"/>
                      <a:round/>
                      <a:headEnd type="none" w="med" len="med"/>
                      <a:tailEnd type="none" w="med" len="me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6" name="Прямоугольник 5">
            <a:extLst>
              <a:ext uri="{FF2B5EF4-FFF2-40B4-BE49-F238E27FC236}">
                <a16:creationId xmlns:a16="http://schemas.microsoft.com/office/drawing/2014/main" id="{7387621B-2989-4FC2-9054-B24E99AC2812}"/>
              </a:ext>
            </a:extLst>
          </p:cNvPr>
          <p:cNvSpPr>
            <a:spLocks noGrp="1"/>
          </p:cNvSpPr>
          <p:nvPr/>
        </p:nvSpPr>
        <p:spPr>
          <a:xfrm>
            <a:off x="6591300" y="2133600"/>
            <a:ext cx="4572000" cy="428625"/>
          </a:xfrm>
          <a:prstGeom prst="rect">
            <a:avLst/>
          </a:prstGeom>
          <a:noFill/>
          <a:ln w="0">
            <a:noFill/>
          </a:ln>
        </p:spPr>
        <p:txBody>
          <a:bodyPr/>
          <a:lstStyle>
            <a:defPPr>
              <a:defRPr sz="2475" b="1">
                <a:solidFill>
                  <a:srgbClr val="007D85"/>
                </a:solidFill>
              </a:defRPr>
            </a:defPPr>
            <a:lvl1pPr>
              <a:buNone/>
              <a:defRPr sz="2475" b="1">
                <a:solidFill>
                  <a:srgbClr val="007D85"/>
                </a:solidFill>
              </a:defRPr>
            </a:lvl1pPr>
            <a:lvl2pPr>
              <a:buNone/>
              <a:defRPr sz="2475" b="1">
                <a:solidFill>
                  <a:srgbClr val="007D85"/>
                </a:solidFill>
              </a:defRPr>
            </a:lvl2pPr>
            <a:lvl3pPr>
              <a:buNone/>
              <a:defRPr sz="2475" b="1">
                <a:solidFill>
                  <a:srgbClr val="007D85"/>
                </a:solidFill>
              </a:defRPr>
            </a:lvl3pPr>
            <a:lvl4pPr>
              <a:buNone/>
              <a:defRPr sz="2475" b="1">
                <a:solidFill>
                  <a:srgbClr val="007D85"/>
                </a:solidFill>
              </a:defRPr>
            </a:lvl4pPr>
            <a:lvl5pPr>
              <a:buNone/>
              <a:defRPr sz="2475" b="1">
                <a:solidFill>
                  <a:srgbClr val="007D85"/>
                </a:solidFill>
              </a:defRPr>
            </a:lvl5pPr>
            <a:lvl6pPr>
              <a:buNone/>
              <a:defRPr sz="2475" b="1">
                <a:solidFill>
                  <a:srgbClr val="007D85"/>
                </a:solidFill>
              </a:defRPr>
            </a:lvl6pPr>
            <a:lvl7pPr>
              <a:buNone/>
              <a:defRPr sz="2475" b="1">
                <a:solidFill>
                  <a:srgbClr val="007D85"/>
                </a:solidFill>
              </a:defRPr>
            </a:lvl7pPr>
            <a:lvl8pPr>
              <a:buNone/>
              <a:defRPr sz="2475" b="1">
                <a:solidFill>
                  <a:srgbClr val="007D85"/>
                </a:solidFill>
              </a:defRPr>
            </a:lvl8pPr>
            <a:lvl9pPr>
              <a:buNone/>
              <a:defRPr sz="2475" b="1">
                <a:solidFill>
                  <a:srgbClr val="007D85"/>
                </a:solidFill>
              </a:defRPr>
            </a:lvl9pPr>
          </a:lstStyle>
          <a:p>
            <a:pPr>
              <a:buNone/>
              <a:defRPr sz="2475" b="1">
                <a:solidFill>
                  <a:srgbClr val="007D85"/>
                </a:solidFill>
              </a:defRPr>
            </a:pPr>
            <a:r>
              <a:rPr sz="2475" b="1">
                <a:solidFill>
                  <a:srgbClr val="007D85"/>
                </a:solidFill>
              </a:rPr>
              <a:t>Opening (</a:t>
            </a:r>
          </a:p>
        </p:txBody>
      </p:sp>
      <p:sp>
        <p:nvSpPr>
          <p:cNvPr id="7" name="Прямоугольник 6">
            <a:extLst>
              <a:ext uri="{FF2B5EF4-FFF2-40B4-BE49-F238E27FC236}">
                <a16:creationId xmlns:a16="http://schemas.microsoft.com/office/drawing/2014/main" id="{1F88EA32-D0A7-4D2F-9837-777EDEC549F0}"/>
              </a:ext>
            </a:extLst>
          </p:cNvPr>
          <p:cNvSpPr>
            <a:spLocks noGrp="1"/>
          </p:cNvSpPr>
          <p:nvPr/>
        </p:nvSpPr>
        <p:spPr>
          <a:xfrm>
            <a:off x="6591300" y="2647950"/>
            <a:ext cx="4572000" cy="457200"/>
          </a:xfrm>
          <a:prstGeom prst="rect">
            <a:avLst/>
          </a:prstGeom>
          <a:noFill/>
          <a:ln w="0">
            <a:noFill/>
          </a:ln>
        </p:spPr>
        <p:txBody>
          <a:bodyPr/>
          <a:lstStyle>
            <a:defPPr>
              <a:defRPr sz="2175" b="0">
                <a:solidFill>
                  <a:srgbClr val="182B3A"/>
                </a:solidFill>
              </a:defRPr>
            </a:defPPr>
            <a:lvl1pPr>
              <a:buNone/>
              <a:defRPr sz="2175" b="0">
                <a:solidFill>
                  <a:srgbClr val="182B3A"/>
                </a:solidFill>
              </a:defRPr>
            </a:lvl1pPr>
            <a:lvl2pPr>
              <a:buNone/>
              <a:defRPr sz="2175" b="0">
                <a:solidFill>
                  <a:srgbClr val="182B3A"/>
                </a:solidFill>
              </a:defRPr>
            </a:lvl2pPr>
            <a:lvl3pPr>
              <a:buNone/>
              <a:defRPr sz="2175" b="0">
                <a:solidFill>
                  <a:srgbClr val="182B3A"/>
                </a:solidFill>
              </a:defRPr>
            </a:lvl3pPr>
            <a:lvl4pPr>
              <a:buNone/>
              <a:defRPr sz="2175" b="0">
                <a:solidFill>
                  <a:srgbClr val="182B3A"/>
                </a:solidFill>
              </a:defRPr>
            </a:lvl4pPr>
            <a:lvl5pPr>
              <a:buNone/>
              <a:defRPr sz="2175" b="0">
                <a:solidFill>
                  <a:srgbClr val="182B3A"/>
                </a:solidFill>
              </a:defRPr>
            </a:lvl5pPr>
            <a:lvl6pPr>
              <a:buNone/>
              <a:defRPr sz="2175" b="0">
                <a:solidFill>
                  <a:srgbClr val="182B3A"/>
                </a:solidFill>
              </a:defRPr>
            </a:lvl6pPr>
            <a:lvl7pPr>
              <a:buNone/>
              <a:defRPr sz="2175" b="0">
                <a:solidFill>
                  <a:srgbClr val="182B3A"/>
                </a:solidFill>
              </a:defRPr>
            </a:lvl7pPr>
            <a:lvl8pPr>
              <a:buNone/>
              <a:defRPr sz="2175" b="0">
                <a:solidFill>
                  <a:srgbClr val="182B3A"/>
                </a:solidFill>
              </a:defRPr>
            </a:lvl8pPr>
            <a:lvl9pPr>
              <a:buNone/>
              <a:defRPr sz="2175" b="0">
                <a:solidFill>
                  <a:srgbClr val="182B3A"/>
                </a:solidFill>
              </a:defRPr>
            </a:lvl9pPr>
          </a:lstStyle>
          <a:p>
            <a:pPr>
              <a:buNone/>
              <a:defRPr sz="2175" b="0">
                <a:solidFill>
                  <a:srgbClr val="182B3A"/>
                </a:solidFill>
              </a:defRPr>
            </a:pPr>
            <a:r>
              <a:rPr sz="2175" b="0">
                <a:solidFill>
                  <a:srgbClr val="182B3A"/>
                </a:solidFill>
              </a:rPr>
              <a:t>Add 1 to balance.</a:t>
            </a:r>
          </a:p>
        </p:txBody>
      </p:sp>
      <p:sp>
        <p:nvSpPr>
          <p:cNvPr id="8" name="Прямоугольник 7">
            <a:extLst>
              <a:ext uri="{FF2B5EF4-FFF2-40B4-BE49-F238E27FC236}">
                <a16:creationId xmlns:a16="http://schemas.microsoft.com/office/drawing/2014/main" id="{AECC3FA3-B203-4F30-A477-AF069D0A948F}"/>
              </a:ext>
            </a:extLst>
          </p:cNvPr>
          <p:cNvSpPr>
            <a:spLocks noGrp="1"/>
          </p:cNvSpPr>
          <p:nvPr/>
        </p:nvSpPr>
        <p:spPr>
          <a:xfrm>
            <a:off x="6591300" y="3381375"/>
            <a:ext cx="4572000" cy="428625"/>
          </a:xfrm>
          <a:prstGeom prst="rect">
            <a:avLst/>
          </a:prstGeom>
          <a:noFill/>
          <a:ln w="0">
            <a:noFill/>
          </a:ln>
        </p:spPr>
        <p:txBody>
          <a:bodyPr/>
          <a:lstStyle>
            <a:defPPr>
              <a:defRPr sz="2475" b="1">
                <a:solidFill>
                  <a:srgbClr val="007D85"/>
                </a:solidFill>
              </a:defRPr>
            </a:defPPr>
            <a:lvl1pPr>
              <a:buNone/>
              <a:defRPr sz="2475" b="1">
                <a:solidFill>
                  <a:srgbClr val="007D85"/>
                </a:solidFill>
              </a:defRPr>
            </a:lvl1pPr>
            <a:lvl2pPr>
              <a:buNone/>
              <a:defRPr sz="2475" b="1">
                <a:solidFill>
                  <a:srgbClr val="007D85"/>
                </a:solidFill>
              </a:defRPr>
            </a:lvl2pPr>
            <a:lvl3pPr>
              <a:buNone/>
              <a:defRPr sz="2475" b="1">
                <a:solidFill>
                  <a:srgbClr val="007D85"/>
                </a:solidFill>
              </a:defRPr>
            </a:lvl3pPr>
            <a:lvl4pPr>
              <a:buNone/>
              <a:defRPr sz="2475" b="1">
                <a:solidFill>
                  <a:srgbClr val="007D85"/>
                </a:solidFill>
              </a:defRPr>
            </a:lvl4pPr>
            <a:lvl5pPr>
              <a:buNone/>
              <a:defRPr sz="2475" b="1">
                <a:solidFill>
                  <a:srgbClr val="007D85"/>
                </a:solidFill>
              </a:defRPr>
            </a:lvl5pPr>
            <a:lvl6pPr>
              <a:buNone/>
              <a:defRPr sz="2475" b="1">
                <a:solidFill>
                  <a:srgbClr val="007D85"/>
                </a:solidFill>
              </a:defRPr>
            </a:lvl6pPr>
            <a:lvl7pPr>
              <a:buNone/>
              <a:defRPr sz="2475" b="1">
                <a:solidFill>
                  <a:srgbClr val="007D85"/>
                </a:solidFill>
              </a:defRPr>
            </a:lvl7pPr>
            <a:lvl8pPr>
              <a:buNone/>
              <a:defRPr sz="2475" b="1">
                <a:solidFill>
                  <a:srgbClr val="007D85"/>
                </a:solidFill>
              </a:defRPr>
            </a:lvl8pPr>
            <a:lvl9pPr>
              <a:buNone/>
              <a:defRPr sz="2475" b="1">
                <a:solidFill>
                  <a:srgbClr val="007D85"/>
                </a:solidFill>
              </a:defRPr>
            </a:lvl9pPr>
          </a:lstStyle>
          <a:p>
            <a:pPr>
              <a:buNone/>
              <a:defRPr sz="2475" b="1">
                <a:solidFill>
                  <a:srgbClr val="007D85"/>
                </a:solidFill>
              </a:defRPr>
            </a:pPr>
            <a:r>
              <a:rPr sz="2475" b="1">
                <a:solidFill>
                  <a:srgbClr val="007D85"/>
                </a:solidFill>
              </a:rPr>
              <a:t>Closing )</a:t>
            </a:r>
          </a:p>
        </p:txBody>
      </p:sp>
      <p:sp>
        <p:nvSpPr>
          <p:cNvPr id="9" name="Прямоугольник 8">
            <a:extLst>
              <a:ext uri="{FF2B5EF4-FFF2-40B4-BE49-F238E27FC236}">
                <a16:creationId xmlns:a16="http://schemas.microsoft.com/office/drawing/2014/main" id="{36954B75-4268-41C7-886E-9DEA441E94C7}"/>
              </a:ext>
            </a:extLst>
          </p:cNvPr>
          <p:cNvSpPr>
            <a:spLocks noGrp="1"/>
          </p:cNvSpPr>
          <p:nvPr/>
        </p:nvSpPr>
        <p:spPr>
          <a:xfrm>
            <a:off x="6591300" y="3924300"/>
            <a:ext cx="4724400" cy="1028700"/>
          </a:xfrm>
          <a:prstGeom prst="rect">
            <a:avLst/>
          </a:prstGeom>
          <a:noFill/>
          <a:ln w="0">
            <a:noFill/>
          </a:ln>
        </p:spPr>
        <p:txBody>
          <a:bodyPr/>
          <a:lstStyle>
            <a:defPPr>
              <a:defRPr sz="2100" b="0">
                <a:solidFill>
                  <a:srgbClr val="182B3A"/>
                </a:solidFill>
              </a:defRPr>
            </a:defPPr>
            <a:lvl1pPr>
              <a:buNone/>
              <a:defRPr sz="2100" b="0">
                <a:solidFill>
                  <a:srgbClr val="182B3A"/>
                </a:solidFill>
              </a:defRPr>
            </a:lvl1pPr>
            <a:lvl2pPr>
              <a:buNone/>
              <a:defRPr sz="2100" b="0">
                <a:solidFill>
                  <a:srgbClr val="182B3A"/>
                </a:solidFill>
              </a:defRPr>
            </a:lvl2pPr>
            <a:lvl3pPr>
              <a:buNone/>
              <a:defRPr sz="2100" b="0">
                <a:solidFill>
                  <a:srgbClr val="182B3A"/>
                </a:solidFill>
              </a:defRPr>
            </a:lvl3pPr>
            <a:lvl4pPr>
              <a:buNone/>
              <a:defRPr sz="2100" b="0">
                <a:solidFill>
                  <a:srgbClr val="182B3A"/>
                </a:solidFill>
              </a:defRPr>
            </a:lvl4pPr>
            <a:lvl5pPr>
              <a:buNone/>
              <a:defRPr sz="2100" b="0">
                <a:solidFill>
                  <a:srgbClr val="182B3A"/>
                </a:solidFill>
              </a:defRPr>
            </a:lvl5pPr>
            <a:lvl6pPr>
              <a:buNone/>
              <a:defRPr sz="2100" b="0">
                <a:solidFill>
                  <a:srgbClr val="182B3A"/>
                </a:solidFill>
              </a:defRPr>
            </a:lvl6pPr>
            <a:lvl7pPr>
              <a:buNone/>
              <a:defRPr sz="2100" b="0">
                <a:solidFill>
                  <a:srgbClr val="182B3A"/>
                </a:solidFill>
              </a:defRPr>
            </a:lvl7pPr>
            <a:lvl8pPr>
              <a:buNone/>
              <a:defRPr sz="2100" b="0">
                <a:solidFill>
                  <a:srgbClr val="182B3A"/>
                </a:solidFill>
              </a:defRPr>
            </a:lvl8pPr>
            <a:lvl9pPr>
              <a:buNone/>
              <a:defRPr sz="2100" b="0">
                <a:solidFill>
                  <a:srgbClr val="182B3A"/>
                </a:solidFill>
              </a:defRPr>
            </a:lvl9pPr>
          </a:lstStyle>
          <a:p>
            <a:pPr>
              <a:buNone/>
              <a:defRPr sz="2100" b="0">
                <a:solidFill>
                  <a:srgbClr val="182B3A"/>
                </a:solidFill>
              </a:defRPr>
            </a:pPr>
            <a:r>
              <a:rPr sz="2100" b="0">
                <a:solidFill>
                  <a:srgbClr val="182B3A"/>
                </a:solidFill>
              </a:rPr>
              <a:t>Subtract 1 if balance is above 0.</a:t>
            </a:r>
          </a:p>
          <a:p>
            <a:pPr>
              <a:buNone/>
              <a:defRPr sz="2100" b="0">
                <a:solidFill>
                  <a:srgbClr val="182B3A"/>
                </a:solidFill>
              </a:defRPr>
            </a:pPr>
            <a:r>
              <a:rPr sz="2100" b="0">
                <a:solidFill>
                  <a:srgbClr val="182B3A"/>
                </a:solidFill>
              </a:rPr>
              <a:t>At 0, a closing bracket is an error.</a:t>
            </a:r>
          </a:p>
        </p:txBody>
      </p:sp>
      <p:sp>
        <p:nvSpPr>
          <p:cNvPr id="10" name="Прямоугольник 9">
            <a:extLst>
              <a:ext uri="{FF2B5EF4-FFF2-40B4-BE49-F238E27FC236}">
                <a16:creationId xmlns:a16="http://schemas.microsoft.com/office/drawing/2014/main" id="{799C74BF-A9F4-4C15-AC7E-82C57DA18AB2}"/>
              </a:ext>
            </a:extLst>
          </p:cNvPr>
          <p:cNvSpPr>
            <a:spLocks noGrp="1"/>
          </p:cNvSpPr>
          <p:nvPr/>
        </p:nvSpPr>
        <p:spPr>
          <a:xfrm>
            <a:off x="685800" y="5819775"/>
            <a:ext cx="10572750" cy="457200"/>
          </a:xfrm>
          <a:prstGeom prst="rect">
            <a:avLst/>
          </a:prstGeom>
          <a:noFill/>
          <a:ln w="0">
            <a:noFill/>
          </a:ln>
        </p:spPr>
        <p:txBody>
          <a:bodyPr/>
          <a:lstStyle>
            <a:defPPr>
              <a:defRPr sz="2400" b="1">
                <a:solidFill>
                  <a:srgbClr val="132D48"/>
                </a:solidFill>
              </a:defRPr>
            </a:defPPr>
            <a:lvl1pPr>
              <a:buNone/>
              <a:defRPr sz="2400" b="1">
                <a:solidFill>
                  <a:srgbClr val="132D48"/>
                </a:solidFill>
              </a:defRPr>
            </a:lvl1pPr>
            <a:lvl2pPr>
              <a:buNone/>
              <a:defRPr sz="2400" b="1">
                <a:solidFill>
                  <a:srgbClr val="132D48"/>
                </a:solidFill>
              </a:defRPr>
            </a:lvl2pPr>
            <a:lvl3pPr>
              <a:buNone/>
              <a:defRPr sz="2400" b="1">
                <a:solidFill>
                  <a:srgbClr val="132D48"/>
                </a:solidFill>
              </a:defRPr>
            </a:lvl3pPr>
            <a:lvl4pPr>
              <a:buNone/>
              <a:defRPr sz="2400" b="1">
                <a:solidFill>
                  <a:srgbClr val="132D48"/>
                </a:solidFill>
              </a:defRPr>
            </a:lvl4pPr>
            <a:lvl5pPr>
              <a:buNone/>
              <a:defRPr sz="2400" b="1">
                <a:solidFill>
                  <a:srgbClr val="132D48"/>
                </a:solidFill>
              </a:defRPr>
            </a:lvl5pPr>
            <a:lvl6pPr>
              <a:buNone/>
              <a:defRPr sz="2400" b="1">
                <a:solidFill>
                  <a:srgbClr val="132D48"/>
                </a:solidFill>
              </a:defRPr>
            </a:lvl6pPr>
            <a:lvl7pPr>
              <a:buNone/>
              <a:defRPr sz="2400" b="1">
                <a:solidFill>
                  <a:srgbClr val="132D48"/>
                </a:solidFill>
              </a:defRPr>
            </a:lvl7pPr>
            <a:lvl8pPr>
              <a:buNone/>
              <a:defRPr sz="2400" b="1">
                <a:solidFill>
                  <a:srgbClr val="132D48"/>
                </a:solidFill>
              </a:defRPr>
            </a:lvl8pPr>
            <a:lvl9pPr>
              <a:buNone/>
              <a:defRPr sz="2400" b="1">
                <a:solidFill>
                  <a:srgbClr val="132D48"/>
                </a:solidFill>
              </a:defRPr>
            </a:lvl9pPr>
          </a:lstStyle>
          <a:p>
            <a:pPr>
              <a:buNone/>
              <a:defRPr sz="2400" b="1">
                <a:solidFill>
                  <a:srgbClr val="132D48"/>
                </a:solidFill>
              </a:defRPr>
            </a:pPr>
            <a:r>
              <a:rPr sz="2400" b="1">
                <a:solidFill>
                  <a:srgbClr val="132D48"/>
                </a:solidFill>
              </a:rPr>
              <a:t>At the end, balance must be 0.</a:t>
            </a:r>
          </a:p>
        </p:txBody>
      </p:sp>
    </p:spTree>
    <p:extLst>
      <p:ext uri="{BB962C8B-B14F-4D97-AF65-F5344CB8AC3E}">
        <p14:creationId xmlns:p14="http://schemas.microsoft.com/office/powerpoint/2010/main" val="13518018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AD00060D-A937-4DA6-90B2-FF6ED82763EB}"/>
              </a:ext>
            </a:extLst>
          </p:cNvPr>
          <p:cNvSpPr>
            <a:spLocks noGrp="1"/>
          </p:cNvSpPr>
          <p:nvPr/>
        </p:nvSpPr>
        <p:spPr>
          <a:xfrm>
            <a:off x="609600" y="419100"/>
            <a:ext cx="10972800" cy="666750"/>
          </a:xfrm>
          <a:prstGeom prst="rect">
            <a:avLst/>
          </a:prstGeom>
          <a:noFill/>
          <a:ln w="0">
            <a:noFill/>
          </a:ln>
        </p:spPr>
        <p:txBody>
          <a:bodyPr/>
          <a:lstStyle>
            <a:defPPr>
              <a:defRPr sz="3300" b="1">
                <a:solidFill>
                  <a:srgbClr val="132D48"/>
                </a:solidFill>
              </a:defRPr>
            </a:defPPr>
            <a:lvl1pPr>
              <a:buNone/>
              <a:defRPr sz="3300" b="1">
                <a:solidFill>
                  <a:srgbClr val="132D48"/>
                </a:solidFill>
              </a:defRPr>
            </a:lvl1pPr>
            <a:lvl2pPr>
              <a:buNone/>
              <a:defRPr sz="3300" b="1">
                <a:solidFill>
                  <a:srgbClr val="132D48"/>
                </a:solidFill>
              </a:defRPr>
            </a:lvl2pPr>
            <a:lvl3pPr>
              <a:buNone/>
              <a:defRPr sz="3300" b="1">
                <a:solidFill>
                  <a:srgbClr val="132D48"/>
                </a:solidFill>
              </a:defRPr>
            </a:lvl3pPr>
            <a:lvl4pPr>
              <a:buNone/>
              <a:defRPr sz="3300" b="1">
                <a:solidFill>
                  <a:srgbClr val="132D48"/>
                </a:solidFill>
              </a:defRPr>
            </a:lvl4pPr>
            <a:lvl5pPr>
              <a:buNone/>
              <a:defRPr sz="3300" b="1">
                <a:solidFill>
                  <a:srgbClr val="132D48"/>
                </a:solidFill>
              </a:defRPr>
            </a:lvl5pPr>
            <a:lvl6pPr>
              <a:buNone/>
              <a:defRPr sz="3300" b="1">
                <a:solidFill>
                  <a:srgbClr val="132D48"/>
                </a:solidFill>
              </a:defRPr>
            </a:lvl6pPr>
            <a:lvl7pPr>
              <a:buNone/>
              <a:defRPr sz="3300" b="1">
                <a:solidFill>
                  <a:srgbClr val="132D48"/>
                </a:solidFill>
              </a:defRPr>
            </a:lvl7pPr>
            <a:lvl8pPr>
              <a:buNone/>
              <a:defRPr sz="3300" b="1">
                <a:solidFill>
                  <a:srgbClr val="132D48"/>
                </a:solidFill>
              </a:defRPr>
            </a:lvl8pPr>
            <a:lvl9pPr>
              <a:buNone/>
              <a:defRPr sz="3300" b="1">
                <a:solidFill>
                  <a:srgbClr val="132D48"/>
                </a:solidFill>
              </a:defRPr>
            </a:lvl9pPr>
          </a:lstStyle>
          <a:p>
            <a:pPr>
              <a:buNone/>
              <a:defRPr sz="3300" b="1">
                <a:solidFill>
                  <a:srgbClr val="132D48"/>
                </a:solidFill>
              </a:defRPr>
            </a:pPr>
            <a:r>
              <a:rPr sz="3300" b="1">
                <a:solidFill>
                  <a:srgbClr val="132D48"/>
                </a:solidFill>
              </a:rPr>
              <a:t>Logs during validation</a:t>
            </a:r>
          </a:p>
        </p:txBody>
      </p:sp>
      <p:sp>
        <p:nvSpPr>
          <p:cNvPr id="3" name="Прямоугольник 2">
            <a:extLst>
              <a:ext uri="{FF2B5EF4-FFF2-40B4-BE49-F238E27FC236}">
                <a16:creationId xmlns:a16="http://schemas.microsoft.com/office/drawing/2014/main" id="{B554E2BF-D33D-4198-81E3-25BA0972477E}"/>
              </a:ext>
            </a:extLst>
          </p:cNvPr>
          <p:cNvSpPr>
            <a:spLocks noGrp="1"/>
          </p:cNvSpPr>
          <p:nvPr/>
        </p:nvSpPr>
        <p:spPr>
          <a:xfrm>
            <a:off x="11125200" y="6343650"/>
            <a:ext cx="533400" cy="266700"/>
          </a:xfrm>
          <a:prstGeom prst="rect">
            <a:avLst/>
          </a:prstGeom>
          <a:noFill/>
          <a:ln w="0">
            <a:noFill/>
          </a:ln>
        </p:spPr>
        <p:txBody>
          <a:bodyPr/>
          <a:lstStyle>
            <a:defPPr>
              <a:defRPr sz="1350" b="0">
                <a:solidFill>
                  <a:srgbClr val="586875"/>
                </a:solidFill>
              </a:defRPr>
            </a:defPPr>
            <a:lvl1pPr>
              <a:buNone/>
              <a:defRPr sz="1350" b="0">
                <a:solidFill>
                  <a:srgbClr val="586875"/>
                </a:solidFill>
              </a:defRPr>
            </a:lvl1pPr>
            <a:lvl2pPr>
              <a:buNone/>
              <a:defRPr sz="1350" b="0">
                <a:solidFill>
                  <a:srgbClr val="586875"/>
                </a:solidFill>
              </a:defRPr>
            </a:lvl2pPr>
            <a:lvl3pPr>
              <a:buNone/>
              <a:defRPr sz="1350" b="0">
                <a:solidFill>
                  <a:srgbClr val="586875"/>
                </a:solidFill>
              </a:defRPr>
            </a:lvl3pPr>
            <a:lvl4pPr>
              <a:buNone/>
              <a:defRPr sz="1350" b="0">
                <a:solidFill>
                  <a:srgbClr val="586875"/>
                </a:solidFill>
              </a:defRPr>
            </a:lvl4pPr>
            <a:lvl5pPr>
              <a:buNone/>
              <a:defRPr sz="1350" b="0">
                <a:solidFill>
                  <a:srgbClr val="586875"/>
                </a:solidFill>
              </a:defRPr>
            </a:lvl5pPr>
            <a:lvl6pPr>
              <a:buNone/>
              <a:defRPr sz="1350" b="0">
                <a:solidFill>
                  <a:srgbClr val="586875"/>
                </a:solidFill>
              </a:defRPr>
            </a:lvl6pPr>
            <a:lvl7pPr>
              <a:buNone/>
              <a:defRPr sz="1350" b="0">
                <a:solidFill>
                  <a:srgbClr val="586875"/>
                </a:solidFill>
              </a:defRPr>
            </a:lvl7pPr>
            <a:lvl8pPr>
              <a:buNone/>
              <a:defRPr sz="1350" b="0">
                <a:solidFill>
                  <a:srgbClr val="586875"/>
                </a:solidFill>
              </a:defRPr>
            </a:lvl8pPr>
            <a:lvl9pPr>
              <a:buNone/>
              <a:defRPr sz="1350" b="0">
                <a:solidFill>
                  <a:srgbClr val="586875"/>
                </a:solidFill>
              </a:defRPr>
            </a:lvl9pPr>
          </a:lstStyle>
          <a:p>
            <a:pPr>
              <a:buNone/>
              <a:defRPr sz="1350" b="0">
                <a:solidFill>
                  <a:srgbClr val="586875"/>
                </a:solidFill>
              </a:defRPr>
            </a:pPr>
            <a:r>
              <a:rPr sz="1350" b="0">
                <a:solidFill>
                  <a:srgbClr val="586875"/>
                </a:solidFill>
              </a:rPr>
              <a:t>07</a:t>
            </a:r>
          </a:p>
        </p:txBody>
      </p:sp>
      <p:sp>
        <p:nvSpPr>
          <p:cNvPr id="4" name="Прямоугольник 3">
            <a:extLst>
              <a:ext uri="{FF2B5EF4-FFF2-40B4-BE49-F238E27FC236}">
                <a16:creationId xmlns:a16="http://schemas.microsoft.com/office/drawing/2014/main" id="{AB51609B-881A-48E3-9B1B-983B74ACA8AC}"/>
              </a:ext>
            </a:extLst>
          </p:cNvPr>
          <p:cNvSpPr>
            <a:spLocks noGrp="1"/>
          </p:cNvSpPr>
          <p:nvPr/>
        </p:nvSpPr>
        <p:spPr>
          <a:xfrm>
            <a:off x="685800" y="1352550"/>
            <a:ext cx="10668000" cy="476250"/>
          </a:xfrm>
          <a:prstGeom prst="rect">
            <a:avLst/>
          </a:prstGeom>
          <a:noFill/>
          <a:ln w="0">
            <a:noFill/>
          </a:ln>
        </p:spPr>
        <p:txBody>
          <a:bodyPr/>
          <a:lstStyle>
            <a:defPPr>
              <a:defRPr sz="2550" b="1">
                <a:solidFill>
                  <a:srgbClr val="007D85"/>
                </a:solidFill>
              </a:defRPr>
            </a:defPPr>
            <a:lvl1pPr>
              <a:buNone/>
              <a:defRPr sz="2550" b="1">
                <a:solidFill>
                  <a:srgbClr val="007D85"/>
                </a:solidFill>
              </a:defRPr>
            </a:lvl1pPr>
            <a:lvl2pPr>
              <a:buNone/>
              <a:defRPr sz="2550" b="1">
                <a:solidFill>
                  <a:srgbClr val="007D85"/>
                </a:solidFill>
              </a:defRPr>
            </a:lvl2pPr>
            <a:lvl3pPr>
              <a:buNone/>
              <a:defRPr sz="2550" b="1">
                <a:solidFill>
                  <a:srgbClr val="007D85"/>
                </a:solidFill>
              </a:defRPr>
            </a:lvl3pPr>
            <a:lvl4pPr>
              <a:buNone/>
              <a:defRPr sz="2550" b="1">
                <a:solidFill>
                  <a:srgbClr val="007D85"/>
                </a:solidFill>
              </a:defRPr>
            </a:lvl4pPr>
            <a:lvl5pPr>
              <a:buNone/>
              <a:defRPr sz="2550" b="1">
                <a:solidFill>
                  <a:srgbClr val="007D85"/>
                </a:solidFill>
              </a:defRPr>
            </a:lvl5pPr>
            <a:lvl6pPr>
              <a:buNone/>
              <a:defRPr sz="2550" b="1">
                <a:solidFill>
                  <a:srgbClr val="007D85"/>
                </a:solidFill>
              </a:defRPr>
            </a:lvl6pPr>
            <a:lvl7pPr>
              <a:buNone/>
              <a:defRPr sz="2550" b="1">
                <a:solidFill>
                  <a:srgbClr val="007D85"/>
                </a:solidFill>
              </a:defRPr>
            </a:lvl7pPr>
            <a:lvl8pPr>
              <a:buNone/>
              <a:defRPr sz="2550" b="1">
                <a:solidFill>
                  <a:srgbClr val="007D85"/>
                </a:solidFill>
              </a:defRPr>
            </a:lvl8pPr>
            <a:lvl9pPr>
              <a:buNone/>
              <a:defRPr sz="2550" b="1">
                <a:solidFill>
                  <a:srgbClr val="007D85"/>
                </a:solidFill>
              </a:defRPr>
            </a:lvl9pPr>
          </a:lstStyle>
          <a:p>
            <a:pPr>
              <a:buNone/>
              <a:defRPr sz="2550" b="1">
                <a:solidFill>
                  <a:srgbClr val="007D85"/>
                </a:solidFill>
              </a:defRPr>
            </a:pPr>
            <a:r>
              <a:rPr sz="2550" b="1">
                <a:solidFill>
                  <a:srgbClr val="007D85"/>
                </a:solidFill>
              </a:rPr>
              <a:t>Input: ()</a:t>
            </a:r>
          </a:p>
        </p:txBody>
      </p:sp>
      <p:sp>
        <p:nvSpPr>
          <p:cNvPr id="5" name="Прямоугольник 4">
            <a:extLst>
              <a:ext uri="{FF2B5EF4-FFF2-40B4-BE49-F238E27FC236}">
                <a16:creationId xmlns:a16="http://schemas.microsoft.com/office/drawing/2014/main" id="{126F969A-C59C-44BD-8ECE-1F2D1883AA54}"/>
              </a:ext>
            </a:extLst>
          </p:cNvPr>
          <p:cNvSpPr>
            <a:spLocks noGrp="1"/>
          </p:cNvSpPr>
          <p:nvPr/>
        </p:nvSpPr>
        <p:spPr>
          <a:xfrm>
            <a:off x="685800" y="2143125"/>
            <a:ext cx="10858500" cy="1571625"/>
          </a:xfrm>
          <a:prstGeom prst="rect">
            <a:avLst/>
          </a:prstGeom>
          <a:noFill/>
          <a:ln w="0">
            <a:noFill/>
          </a:ln>
        </p:spPr>
        <p:txBody>
          <a:bodyPr/>
          <a:lstStyle>
            <a:defPPr>
              <a:defRPr sz="2025" b="0">
                <a:solidFill>
                  <a:srgbClr val="132D48"/>
                </a:solidFill>
              </a:defRPr>
            </a:defPPr>
            <a:lvl1pPr>
              <a:buNone/>
              <a:defRPr sz="2025" b="0">
                <a:solidFill>
                  <a:srgbClr val="132D48"/>
                </a:solidFill>
              </a:defRPr>
            </a:lvl1pPr>
            <a:lvl2pPr>
              <a:buNone/>
              <a:defRPr sz="2025" b="0">
                <a:solidFill>
                  <a:srgbClr val="132D48"/>
                </a:solidFill>
              </a:defRPr>
            </a:lvl2pPr>
            <a:lvl3pPr>
              <a:buNone/>
              <a:defRPr sz="2025" b="0">
                <a:solidFill>
                  <a:srgbClr val="132D48"/>
                </a:solidFill>
              </a:defRPr>
            </a:lvl3pPr>
            <a:lvl4pPr>
              <a:buNone/>
              <a:defRPr sz="2025" b="0">
                <a:solidFill>
                  <a:srgbClr val="132D48"/>
                </a:solidFill>
              </a:defRPr>
            </a:lvl4pPr>
            <a:lvl5pPr>
              <a:buNone/>
              <a:defRPr sz="2025" b="0">
                <a:solidFill>
                  <a:srgbClr val="132D48"/>
                </a:solidFill>
              </a:defRPr>
            </a:lvl5pPr>
            <a:lvl6pPr>
              <a:buNone/>
              <a:defRPr sz="2025" b="0">
                <a:solidFill>
                  <a:srgbClr val="132D48"/>
                </a:solidFill>
              </a:defRPr>
            </a:lvl6pPr>
            <a:lvl7pPr>
              <a:buNone/>
              <a:defRPr sz="2025" b="0">
                <a:solidFill>
                  <a:srgbClr val="132D48"/>
                </a:solidFill>
              </a:defRPr>
            </a:lvl7pPr>
            <a:lvl8pPr>
              <a:buNone/>
              <a:defRPr sz="2025" b="0">
                <a:solidFill>
                  <a:srgbClr val="132D48"/>
                </a:solidFill>
              </a:defRPr>
            </a:lvl8pPr>
            <a:lvl9pPr>
              <a:buNone/>
              <a:defRPr sz="2025" b="0">
                <a:solidFill>
                  <a:srgbClr val="132D48"/>
                </a:solidFill>
              </a:defRPr>
            </a:lvl9pPr>
          </a:lstStyle>
          <a:p>
            <a:pPr>
              <a:buNone/>
              <a:defRPr sz="2025" b="0">
                <a:solidFill>
                  <a:srgbClr val="132D48"/>
                </a:solidFill>
              </a:defRPr>
            </a:pPr>
            <a:r>
              <a:rPr sz="2025" b="0">
                <a:solidFill>
                  <a:srgbClr val="132D48"/>
                </a:solidFill>
              </a:rPr>
              <a:t>[TRACE] Parentheses: Opening parenthesis at position 1</a:t>
            </a:r>
          </a:p>
          <a:p>
            <a:pPr>
              <a:buNone/>
              <a:defRPr sz="2025" b="0">
                <a:solidFill>
                  <a:srgbClr val="132D48"/>
                </a:solidFill>
              </a:defRPr>
            </a:pPr>
            <a:r>
              <a:rPr sz="2025" b="0">
                <a:solidFill>
                  <a:srgbClr val="132D48"/>
                </a:solidFill>
              </a:rPr>
              <a:t>[INFO] Parentheses: Matching pair found at position 2</a:t>
            </a:r>
          </a:p>
          <a:p>
            <a:pPr>
              <a:buNone/>
              <a:defRPr sz="2025" b="0">
                <a:solidFill>
                  <a:srgbClr val="132D48"/>
                </a:solidFill>
              </a:defRPr>
            </a:pPr>
            <a:r>
              <a:rPr sz="2025" b="0">
                <a:solidFill>
                  <a:srgbClr val="132D48"/>
                </a:solidFill>
              </a:rPr>
              <a:t>[INFO] Parentheses: Validation result for '()': true</a:t>
            </a:r>
          </a:p>
        </p:txBody>
      </p:sp>
      <p:sp>
        <p:nvSpPr>
          <p:cNvPr id="6" name="Прямоугольник 5">
            <a:extLst>
              <a:ext uri="{FF2B5EF4-FFF2-40B4-BE49-F238E27FC236}">
                <a16:creationId xmlns:a16="http://schemas.microsoft.com/office/drawing/2014/main" id="{42E36493-0C82-46C2-9D92-FED636C2A9B7}"/>
              </a:ext>
            </a:extLst>
          </p:cNvPr>
          <p:cNvSpPr>
            <a:spLocks noGrp="1"/>
          </p:cNvSpPr>
          <p:nvPr/>
        </p:nvSpPr>
        <p:spPr>
          <a:xfrm>
            <a:off x="685800" y="4191000"/>
            <a:ext cx="10668000" cy="476250"/>
          </a:xfrm>
          <a:prstGeom prst="rect">
            <a:avLst/>
          </a:prstGeom>
          <a:noFill/>
          <a:ln w="0">
            <a:noFill/>
          </a:ln>
        </p:spPr>
        <p:txBody>
          <a:bodyPr/>
          <a:lstStyle>
            <a:defPPr>
              <a:defRPr sz="2550" b="1">
                <a:solidFill>
                  <a:srgbClr val="007D85"/>
                </a:solidFill>
              </a:defRPr>
            </a:defPPr>
            <a:lvl1pPr>
              <a:buNone/>
              <a:defRPr sz="2550" b="1">
                <a:solidFill>
                  <a:srgbClr val="007D85"/>
                </a:solidFill>
              </a:defRPr>
            </a:lvl1pPr>
            <a:lvl2pPr>
              <a:buNone/>
              <a:defRPr sz="2550" b="1">
                <a:solidFill>
                  <a:srgbClr val="007D85"/>
                </a:solidFill>
              </a:defRPr>
            </a:lvl2pPr>
            <a:lvl3pPr>
              <a:buNone/>
              <a:defRPr sz="2550" b="1">
                <a:solidFill>
                  <a:srgbClr val="007D85"/>
                </a:solidFill>
              </a:defRPr>
            </a:lvl3pPr>
            <a:lvl4pPr>
              <a:buNone/>
              <a:defRPr sz="2550" b="1">
                <a:solidFill>
                  <a:srgbClr val="007D85"/>
                </a:solidFill>
              </a:defRPr>
            </a:lvl4pPr>
            <a:lvl5pPr>
              <a:buNone/>
              <a:defRPr sz="2550" b="1">
                <a:solidFill>
                  <a:srgbClr val="007D85"/>
                </a:solidFill>
              </a:defRPr>
            </a:lvl5pPr>
            <a:lvl6pPr>
              <a:buNone/>
              <a:defRPr sz="2550" b="1">
                <a:solidFill>
                  <a:srgbClr val="007D85"/>
                </a:solidFill>
              </a:defRPr>
            </a:lvl6pPr>
            <a:lvl7pPr>
              <a:buNone/>
              <a:defRPr sz="2550" b="1">
                <a:solidFill>
                  <a:srgbClr val="007D85"/>
                </a:solidFill>
              </a:defRPr>
            </a:lvl7pPr>
            <a:lvl8pPr>
              <a:buNone/>
              <a:defRPr sz="2550" b="1">
                <a:solidFill>
                  <a:srgbClr val="007D85"/>
                </a:solidFill>
              </a:defRPr>
            </a:lvl8pPr>
            <a:lvl9pPr>
              <a:buNone/>
              <a:defRPr sz="2550" b="1">
                <a:solidFill>
                  <a:srgbClr val="007D85"/>
                </a:solidFill>
              </a:defRPr>
            </a:lvl9pPr>
          </a:lstStyle>
          <a:p>
            <a:pPr>
              <a:buNone/>
              <a:defRPr sz="2550" b="1">
                <a:solidFill>
                  <a:srgbClr val="007D85"/>
                </a:solidFill>
              </a:defRPr>
            </a:pPr>
            <a:r>
              <a:rPr sz="2550" b="1">
                <a:solidFill>
                  <a:srgbClr val="007D85"/>
                </a:solidFill>
              </a:rPr>
              <a:t>Input: (</a:t>
            </a:r>
          </a:p>
        </p:txBody>
      </p:sp>
      <p:sp>
        <p:nvSpPr>
          <p:cNvPr id="7" name="Прямоугольник 6">
            <a:extLst>
              <a:ext uri="{FF2B5EF4-FFF2-40B4-BE49-F238E27FC236}">
                <a16:creationId xmlns:a16="http://schemas.microsoft.com/office/drawing/2014/main" id="{E129BFDD-CFC5-4681-9F9C-3183E4965561}"/>
              </a:ext>
            </a:extLst>
          </p:cNvPr>
          <p:cNvSpPr>
            <a:spLocks noGrp="1"/>
          </p:cNvSpPr>
          <p:nvPr/>
        </p:nvSpPr>
        <p:spPr>
          <a:xfrm>
            <a:off x="685800" y="4905375"/>
            <a:ext cx="10858500" cy="952500"/>
          </a:xfrm>
          <a:prstGeom prst="rect">
            <a:avLst/>
          </a:prstGeom>
          <a:noFill/>
          <a:ln w="0">
            <a:noFill/>
          </a:ln>
        </p:spPr>
        <p:txBody>
          <a:bodyPr/>
          <a:lstStyle>
            <a:defPPr>
              <a:defRPr sz="2025" b="0">
                <a:solidFill>
                  <a:srgbClr val="132D48"/>
                </a:solidFill>
              </a:defRPr>
            </a:defPPr>
            <a:lvl1pPr>
              <a:buNone/>
              <a:defRPr sz="2025" b="0">
                <a:solidFill>
                  <a:srgbClr val="132D48"/>
                </a:solidFill>
              </a:defRPr>
            </a:lvl1pPr>
            <a:lvl2pPr>
              <a:buNone/>
              <a:defRPr sz="2025" b="0">
                <a:solidFill>
                  <a:srgbClr val="132D48"/>
                </a:solidFill>
              </a:defRPr>
            </a:lvl2pPr>
            <a:lvl3pPr>
              <a:buNone/>
              <a:defRPr sz="2025" b="0">
                <a:solidFill>
                  <a:srgbClr val="132D48"/>
                </a:solidFill>
              </a:defRPr>
            </a:lvl3pPr>
            <a:lvl4pPr>
              <a:buNone/>
              <a:defRPr sz="2025" b="0">
                <a:solidFill>
                  <a:srgbClr val="132D48"/>
                </a:solidFill>
              </a:defRPr>
            </a:lvl4pPr>
            <a:lvl5pPr>
              <a:buNone/>
              <a:defRPr sz="2025" b="0">
                <a:solidFill>
                  <a:srgbClr val="132D48"/>
                </a:solidFill>
              </a:defRPr>
            </a:lvl5pPr>
            <a:lvl6pPr>
              <a:buNone/>
              <a:defRPr sz="2025" b="0">
                <a:solidFill>
                  <a:srgbClr val="132D48"/>
                </a:solidFill>
              </a:defRPr>
            </a:lvl6pPr>
            <a:lvl7pPr>
              <a:buNone/>
              <a:defRPr sz="2025" b="0">
                <a:solidFill>
                  <a:srgbClr val="132D48"/>
                </a:solidFill>
              </a:defRPr>
            </a:lvl7pPr>
            <a:lvl8pPr>
              <a:buNone/>
              <a:defRPr sz="2025" b="0">
                <a:solidFill>
                  <a:srgbClr val="132D48"/>
                </a:solidFill>
              </a:defRPr>
            </a:lvl8pPr>
            <a:lvl9pPr>
              <a:buNone/>
              <a:defRPr sz="2025" b="0">
                <a:solidFill>
                  <a:srgbClr val="132D48"/>
                </a:solidFill>
              </a:defRPr>
            </a:lvl9pPr>
          </a:lstStyle>
          <a:p>
            <a:pPr>
              <a:buNone/>
              <a:defRPr sz="2025" b="0">
                <a:solidFill>
                  <a:srgbClr val="132D48"/>
                </a:solidFill>
              </a:defRPr>
            </a:pPr>
            <a:r>
              <a:rPr sz="2025" b="0">
                <a:solidFill>
                  <a:srgbClr val="132D48"/>
                </a:solidFill>
              </a:rPr>
              <a:t>[ERROR] Parentheses: Invalid input '(':</a:t>
            </a:r>
          </a:p>
          <a:p>
            <a:pPr>
              <a:buNone/>
              <a:defRPr sz="2025" b="0">
                <a:solidFill>
                  <a:srgbClr val="132D48"/>
                </a:solidFill>
              </a:defRPr>
            </a:pPr>
            <a:r>
              <a:rPr sz="2025" b="0">
                <a:solidFill>
                  <a:srgbClr val="132D48"/>
                </a:solidFill>
              </a:rPr>
              <a:t>unclosed opening parentheses: 1</a:t>
            </a:r>
          </a:p>
        </p:txBody>
      </p:sp>
    </p:spTree>
    <p:extLst>
      <p:ext uri="{BB962C8B-B14F-4D97-AF65-F5344CB8AC3E}">
        <p14:creationId xmlns:p14="http://schemas.microsoft.com/office/powerpoint/2010/main" val="13479357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C8EF7996-8682-42DD-85EC-FD51162A011F}"/>
              </a:ext>
            </a:extLst>
          </p:cNvPr>
          <p:cNvSpPr>
            <a:spLocks noGrp="1"/>
          </p:cNvSpPr>
          <p:nvPr/>
        </p:nvSpPr>
        <p:spPr>
          <a:xfrm>
            <a:off x="609600" y="419100"/>
            <a:ext cx="10972800" cy="666750"/>
          </a:xfrm>
          <a:prstGeom prst="rect">
            <a:avLst/>
          </a:prstGeom>
          <a:noFill/>
          <a:ln w="0">
            <a:noFill/>
          </a:ln>
        </p:spPr>
        <p:txBody>
          <a:bodyPr/>
          <a:lstStyle>
            <a:defPPr>
              <a:defRPr sz="3300" b="1">
                <a:solidFill>
                  <a:srgbClr val="132D48"/>
                </a:solidFill>
              </a:defRPr>
            </a:defPPr>
            <a:lvl1pPr>
              <a:buNone/>
              <a:defRPr sz="3300" b="1">
                <a:solidFill>
                  <a:srgbClr val="132D48"/>
                </a:solidFill>
              </a:defRPr>
            </a:lvl1pPr>
            <a:lvl2pPr>
              <a:buNone/>
              <a:defRPr sz="3300" b="1">
                <a:solidFill>
                  <a:srgbClr val="132D48"/>
                </a:solidFill>
              </a:defRPr>
            </a:lvl2pPr>
            <a:lvl3pPr>
              <a:buNone/>
              <a:defRPr sz="3300" b="1">
                <a:solidFill>
                  <a:srgbClr val="132D48"/>
                </a:solidFill>
              </a:defRPr>
            </a:lvl3pPr>
            <a:lvl4pPr>
              <a:buNone/>
              <a:defRPr sz="3300" b="1">
                <a:solidFill>
                  <a:srgbClr val="132D48"/>
                </a:solidFill>
              </a:defRPr>
            </a:lvl4pPr>
            <a:lvl5pPr>
              <a:buNone/>
              <a:defRPr sz="3300" b="1">
                <a:solidFill>
                  <a:srgbClr val="132D48"/>
                </a:solidFill>
              </a:defRPr>
            </a:lvl5pPr>
            <a:lvl6pPr>
              <a:buNone/>
              <a:defRPr sz="3300" b="1">
                <a:solidFill>
                  <a:srgbClr val="132D48"/>
                </a:solidFill>
              </a:defRPr>
            </a:lvl6pPr>
            <a:lvl7pPr>
              <a:buNone/>
              <a:defRPr sz="3300" b="1">
                <a:solidFill>
                  <a:srgbClr val="132D48"/>
                </a:solidFill>
              </a:defRPr>
            </a:lvl7pPr>
            <a:lvl8pPr>
              <a:buNone/>
              <a:defRPr sz="3300" b="1">
                <a:solidFill>
                  <a:srgbClr val="132D48"/>
                </a:solidFill>
              </a:defRPr>
            </a:lvl8pPr>
            <a:lvl9pPr>
              <a:buNone/>
              <a:defRPr sz="3300" b="1">
                <a:solidFill>
                  <a:srgbClr val="132D48"/>
                </a:solidFill>
              </a:defRPr>
            </a:lvl9pPr>
          </a:lstStyle>
          <a:p>
            <a:pPr>
              <a:buNone/>
              <a:defRPr sz="3300" b="1">
                <a:solidFill>
                  <a:srgbClr val="132D48"/>
                </a:solidFill>
              </a:defRPr>
            </a:pPr>
            <a:r>
              <a:rPr sz="3300" b="1">
                <a:solidFill>
                  <a:srgbClr val="132D48"/>
                </a:solidFill>
              </a:rPr>
              <a:t>Test results</a:t>
            </a:r>
          </a:p>
        </p:txBody>
      </p:sp>
      <p:sp>
        <p:nvSpPr>
          <p:cNvPr id="3" name="Прямоугольник 2">
            <a:extLst>
              <a:ext uri="{FF2B5EF4-FFF2-40B4-BE49-F238E27FC236}">
                <a16:creationId xmlns:a16="http://schemas.microsoft.com/office/drawing/2014/main" id="{D31842BE-0782-4FC9-9BC3-4CB686B2C096}"/>
              </a:ext>
            </a:extLst>
          </p:cNvPr>
          <p:cNvSpPr>
            <a:spLocks noGrp="1"/>
          </p:cNvSpPr>
          <p:nvPr/>
        </p:nvSpPr>
        <p:spPr>
          <a:xfrm>
            <a:off x="11125200" y="6343650"/>
            <a:ext cx="533400" cy="266700"/>
          </a:xfrm>
          <a:prstGeom prst="rect">
            <a:avLst/>
          </a:prstGeom>
          <a:noFill/>
          <a:ln w="0">
            <a:noFill/>
          </a:ln>
        </p:spPr>
        <p:txBody>
          <a:bodyPr/>
          <a:lstStyle>
            <a:defPPr>
              <a:defRPr sz="1350" b="0">
                <a:solidFill>
                  <a:srgbClr val="586875"/>
                </a:solidFill>
              </a:defRPr>
            </a:defPPr>
            <a:lvl1pPr>
              <a:buNone/>
              <a:defRPr sz="1350" b="0">
                <a:solidFill>
                  <a:srgbClr val="586875"/>
                </a:solidFill>
              </a:defRPr>
            </a:lvl1pPr>
            <a:lvl2pPr>
              <a:buNone/>
              <a:defRPr sz="1350" b="0">
                <a:solidFill>
                  <a:srgbClr val="586875"/>
                </a:solidFill>
              </a:defRPr>
            </a:lvl2pPr>
            <a:lvl3pPr>
              <a:buNone/>
              <a:defRPr sz="1350" b="0">
                <a:solidFill>
                  <a:srgbClr val="586875"/>
                </a:solidFill>
              </a:defRPr>
            </a:lvl3pPr>
            <a:lvl4pPr>
              <a:buNone/>
              <a:defRPr sz="1350" b="0">
                <a:solidFill>
                  <a:srgbClr val="586875"/>
                </a:solidFill>
              </a:defRPr>
            </a:lvl4pPr>
            <a:lvl5pPr>
              <a:buNone/>
              <a:defRPr sz="1350" b="0">
                <a:solidFill>
                  <a:srgbClr val="586875"/>
                </a:solidFill>
              </a:defRPr>
            </a:lvl5pPr>
            <a:lvl6pPr>
              <a:buNone/>
              <a:defRPr sz="1350" b="0">
                <a:solidFill>
                  <a:srgbClr val="586875"/>
                </a:solidFill>
              </a:defRPr>
            </a:lvl6pPr>
            <a:lvl7pPr>
              <a:buNone/>
              <a:defRPr sz="1350" b="0">
                <a:solidFill>
                  <a:srgbClr val="586875"/>
                </a:solidFill>
              </a:defRPr>
            </a:lvl7pPr>
            <a:lvl8pPr>
              <a:buNone/>
              <a:defRPr sz="1350" b="0">
                <a:solidFill>
                  <a:srgbClr val="586875"/>
                </a:solidFill>
              </a:defRPr>
            </a:lvl8pPr>
            <a:lvl9pPr>
              <a:buNone/>
              <a:defRPr sz="1350" b="0">
                <a:solidFill>
                  <a:srgbClr val="586875"/>
                </a:solidFill>
              </a:defRPr>
            </a:lvl9pPr>
          </a:lstStyle>
          <a:p>
            <a:pPr>
              <a:buNone/>
              <a:defRPr sz="1350" b="0">
                <a:solidFill>
                  <a:srgbClr val="586875"/>
                </a:solidFill>
              </a:defRPr>
            </a:pPr>
            <a:r>
              <a:rPr sz="1350" b="0">
                <a:solidFill>
                  <a:srgbClr val="586875"/>
                </a:solidFill>
              </a:rPr>
              <a:t>08</a:t>
            </a:r>
          </a:p>
        </p:txBody>
      </p:sp>
      <p:graphicFrame>
        <p:nvGraphicFramePr>
          <p:cNvPr id="4" name="Таблица 3">
            <a:extLst>
              <a:ext uri="{FF2B5EF4-FFF2-40B4-BE49-F238E27FC236}">
                <a16:creationId xmlns:a16="http://schemas.microsoft.com/office/drawing/2014/main" id="{1234027F-CC80-46FF-A5E5-5E1BBEE4505D}"/>
              </a:ext>
            </a:extLst>
          </p:cNvPr>
          <p:cNvGraphicFramePr/>
          <p:nvPr/>
        </p:nvGraphicFramePr>
        <p:xfrm>
          <a:off x="685800" y="1543050"/>
          <a:ext cx="10820400" cy="2876550"/>
        </p:xfrm>
        <a:graphic>
          <a:graphicData uri="http://schemas.openxmlformats.org/drawingml/2006/table">
            <a:tbl>
              <a:tblPr/>
              <a:tblGrid>
                <a:gridCol w="5715000">
                  <a:extLst>
                    <a:ext uri="{9D8B030D-6E8A-4147-A177-3AD203B41FA5}">
                      <a16:colId xmlns:a16="http://schemas.microsoft.com/office/drawing/2014/main" val="20000"/>
                    </a:ext>
                  </a:extLst>
                </a:gridCol>
                <a:gridCol w="2552700">
                  <a:extLst>
                    <a:ext uri="{9D8B030D-6E8A-4147-A177-3AD203B41FA5}">
                      <a16:colId xmlns:a16="http://schemas.microsoft.com/office/drawing/2014/main" val="20001"/>
                    </a:ext>
                  </a:extLst>
                </a:gridCol>
                <a:gridCol w="2552700">
                  <a:extLst>
                    <a:ext uri="{9D8B030D-6E8A-4147-A177-3AD203B41FA5}">
                      <a16:colId xmlns:a16="http://schemas.microsoft.com/office/drawing/2014/main" val="20002"/>
                    </a:ext>
                  </a:extLst>
                </a:gridCol>
              </a:tblGrid>
              <a:tr h="575310">
                <a:tc>
                  <a:txBody>
                    <a:bodyPr/>
                    <a:lstStyle/>
                    <a:p>
                      <a:r>
                        <a:rPr sz="1875" b="1">
                          <a:solidFill>
                            <a:srgbClr val="FFFFFF"/>
                          </a:solidFill>
                        </a:rPr>
                        <a:t>Required input</a:t>
                      </a:r>
                    </a:p>
                  </a:txBody>
                  <a:tcPr>
                    <a:lnL w="9525">
                      <a:solidFill>
                        <a:srgbClr val="D5DFE6"/>
                      </a:solidFill>
                      <a:prstDash val="solid"/>
                    </a:lnL>
                    <a:lnR w="9525">
                      <a:solidFill>
                        <a:srgbClr val="D5DFE6"/>
                      </a:solidFill>
                      <a:prstDash val="solid"/>
                    </a:lnR>
                    <a:lnT w="9525">
                      <a:solidFill>
                        <a:srgbClr val="D5DFE6"/>
                      </a:solidFill>
                      <a:prstDash val="solid"/>
                    </a:lnT>
                    <a:lnB w="9525">
                      <a:solidFill>
                        <a:srgbClr val="D5DFE6"/>
                      </a:solidFill>
                      <a:prstDash val="solid"/>
                    </a:lnB>
                    <a:solidFill>
                      <a:srgbClr val="132D48"/>
                    </a:solidFill>
                  </a:tcPr>
                </a:tc>
                <a:tc>
                  <a:txBody>
                    <a:bodyPr/>
                    <a:lstStyle/>
                    <a:p>
                      <a:r>
                        <a:rPr sz="1875" b="1">
                          <a:solidFill>
                            <a:srgbClr val="FFFFFF"/>
                          </a:solidFill>
                        </a:rPr>
                        <a:t>Expected</a:t>
                      </a:r>
                    </a:p>
                  </a:txBody>
                  <a:tcPr>
                    <a:lnL w="9525" cap="flat" cmpd="sng" algn="ctr">
                      <a:solidFill>
                        <a:srgbClr val="D5DFE6"/>
                      </a:solidFill>
                      <a:prstDash val="solid"/>
                      <a:round/>
                      <a:headEnd type="none" w="med" len="med"/>
                      <a:tailEnd type="none" w="med" len="med"/>
                    </a:lnL>
                    <a:lnR w="9525">
                      <a:solidFill>
                        <a:srgbClr val="D5DFE6"/>
                      </a:solidFill>
                      <a:prstDash val="solid"/>
                    </a:lnR>
                    <a:lnT w="9525">
                      <a:solidFill>
                        <a:srgbClr val="D5DFE6"/>
                      </a:solidFill>
                      <a:prstDash val="solid"/>
                    </a:lnT>
                    <a:lnB w="9525">
                      <a:solidFill>
                        <a:srgbClr val="D5DFE6"/>
                      </a:solidFill>
                      <a:prstDash val="solid"/>
                    </a:lnB>
                    <a:solidFill>
                      <a:srgbClr val="132D48"/>
                    </a:solidFill>
                  </a:tcPr>
                </a:tc>
                <a:tc>
                  <a:txBody>
                    <a:bodyPr/>
                    <a:lstStyle/>
                    <a:p>
                      <a:r>
                        <a:rPr sz="1875" b="1">
                          <a:solidFill>
                            <a:srgbClr val="FFFFFF"/>
                          </a:solidFill>
                        </a:rPr>
                        <a:t>Observed</a:t>
                      </a:r>
                    </a:p>
                  </a:txBody>
                  <a:tcPr>
                    <a:lnL w="9525" cap="flat" cmpd="sng" algn="ctr">
                      <a:solidFill>
                        <a:srgbClr val="D5DFE6"/>
                      </a:solidFill>
                      <a:prstDash val="solid"/>
                      <a:round/>
                      <a:headEnd type="none" w="med" len="med"/>
                      <a:tailEnd type="none" w="med" len="med"/>
                    </a:lnL>
                    <a:lnR w="9525">
                      <a:solidFill>
                        <a:srgbClr val="D5DFE6"/>
                      </a:solidFill>
                      <a:prstDash val="solid"/>
                    </a:lnR>
                    <a:lnT w="9525">
                      <a:solidFill>
                        <a:srgbClr val="D5DFE6"/>
                      </a:solidFill>
                      <a:prstDash val="solid"/>
                    </a:lnT>
                    <a:lnB w="9525">
                      <a:solidFill>
                        <a:srgbClr val="D5DFE6"/>
                      </a:solidFill>
                      <a:prstDash val="solid"/>
                    </a:lnB>
                    <a:solidFill>
                      <a:srgbClr val="132D48"/>
                    </a:solidFill>
                  </a:tcPr>
                </a:tc>
                <a:extLst>
                  <a:ext uri="{0D108BD9-81ED-4DB2-BD59-A6C34878D82A}">
                    <a16:rowId xmlns:a16="http://schemas.microsoft.com/office/drawing/2014/main" val="10000"/>
                  </a:ext>
                </a:extLst>
              </a:tr>
              <a:tr h="575310">
                <a:tc>
                  <a:txBody>
                    <a:bodyPr/>
                    <a:lstStyle/>
                    <a:p>
                      <a:r>
                        <a:rPr sz="1875" b="0">
                          <a:solidFill>
                            <a:srgbClr val="182B3A"/>
                          </a:solidFill>
                        </a:rPr>
                        <a:t>()</a:t>
                      </a:r>
                    </a:p>
                  </a:txBody>
                  <a:tcPr>
                    <a:lnL w="9525">
                      <a:solidFill>
                        <a:srgbClr val="D5DFE6"/>
                      </a:solidFill>
                      <a:prstDash val="soli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FFFFFF"/>
                    </a:solidFill>
                  </a:tcPr>
                </a:tc>
                <a:tc>
                  <a:txBody>
                    <a:bodyPr/>
                    <a:lstStyle/>
                    <a:p>
                      <a:r>
                        <a:rPr sz="1875" b="0">
                          <a:solidFill>
                            <a:srgbClr val="182B3A"/>
                          </a:solidFill>
                        </a:rPr>
                        <a:t>True</a:t>
                      </a:r>
                    </a:p>
                  </a:txBody>
                  <a:tcPr>
                    <a:lnL w="9525" cap="flat" cmpd="sng" algn="ctr">
                      <a:solidFill>
                        <a:srgbClr val="D5DFE6"/>
                      </a:solidFill>
                      <a:prstDash val="solid"/>
                      <a:round/>
                      <a:headEnd type="none" w="med" len="med"/>
                      <a:tailEnd type="none" w="med" len="me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FFFFFF"/>
                    </a:solidFill>
                  </a:tcPr>
                </a:tc>
                <a:tc>
                  <a:txBody>
                    <a:bodyPr/>
                    <a:lstStyle/>
                    <a:p>
                      <a:r>
                        <a:rPr sz="1875" b="0">
                          <a:solidFill>
                            <a:srgbClr val="182B3A"/>
                          </a:solidFill>
                        </a:rPr>
                        <a:t>True</a:t>
                      </a:r>
                    </a:p>
                  </a:txBody>
                  <a:tcPr>
                    <a:lnL w="9525" cap="flat" cmpd="sng" algn="ctr">
                      <a:solidFill>
                        <a:srgbClr val="D5DFE6"/>
                      </a:solidFill>
                      <a:prstDash val="solid"/>
                      <a:round/>
                      <a:headEnd type="none" w="med" len="med"/>
                      <a:tailEnd type="none" w="med" len="me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FFFFFF"/>
                    </a:solidFill>
                  </a:tcPr>
                </a:tc>
                <a:extLst>
                  <a:ext uri="{0D108BD9-81ED-4DB2-BD59-A6C34878D82A}">
                    <a16:rowId xmlns:a16="http://schemas.microsoft.com/office/drawing/2014/main" val="10001"/>
                  </a:ext>
                </a:extLst>
              </a:tr>
              <a:tr h="575310">
                <a:tc>
                  <a:txBody>
                    <a:bodyPr/>
                    <a:lstStyle/>
                    <a:p>
                      <a:r>
                        <a:rPr sz="1875" b="0">
                          <a:solidFill>
                            <a:srgbClr val="182B3A"/>
                          </a:solidFill>
                        </a:rPr>
                        <a:t>)((()))</a:t>
                      </a:r>
                    </a:p>
                  </a:txBody>
                  <a:tcPr>
                    <a:lnL w="9525">
                      <a:solidFill>
                        <a:srgbClr val="D5DFE6"/>
                      </a:solidFill>
                      <a:prstDash val="soli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E9F2F4"/>
                    </a:solidFill>
                  </a:tcPr>
                </a:tc>
                <a:tc>
                  <a:txBody>
                    <a:bodyPr/>
                    <a:lstStyle/>
                    <a:p>
                      <a:r>
                        <a:rPr sz="1875" b="0">
                          <a:solidFill>
                            <a:srgbClr val="182B3A"/>
                          </a:solidFill>
                        </a:rPr>
                        <a:t>False</a:t>
                      </a:r>
                    </a:p>
                  </a:txBody>
                  <a:tcPr>
                    <a:lnL w="9525" cap="flat" cmpd="sng" algn="ctr">
                      <a:solidFill>
                        <a:srgbClr val="D5DFE6"/>
                      </a:solidFill>
                      <a:prstDash val="solid"/>
                      <a:round/>
                      <a:headEnd type="none" w="med" len="med"/>
                      <a:tailEnd type="none" w="med" len="me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E9F2F4"/>
                    </a:solidFill>
                  </a:tcPr>
                </a:tc>
                <a:tc>
                  <a:txBody>
                    <a:bodyPr/>
                    <a:lstStyle/>
                    <a:p>
                      <a:r>
                        <a:rPr sz="1875" b="0">
                          <a:solidFill>
                            <a:srgbClr val="182B3A"/>
                          </a:solidFill>
                        </a:rPr>
                        <a:t>False</a:t>
                      </a:r>
                    </a:p>
                  </a:txBody>
                  <a:tcPr>
                    <a:lnL w="9525" cap="flat" cmpd="sng" algn="ctr">
                      <a:solidFill>
                        <a:srgbClr val="D5DFE6"/>
                      </a:solidFill>
                      <a:prstDash val="solid"/>
                      <a:round/>
                      <a:headEnd type="none" w="med" len="med"/>
                      <a:tailEnd type="none" w="med" len="me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E9F2F4"/>
                    </a:solidFill>
                  </a:tcPr>
                </a:tc>
                <a:extLst>
                  <a:ext uri="{0D108BD9-81ED-4DB2-BD59-A6C34878D82A}">
                    <a16:rowId xmlns:a16="http://schemas.microsoft.com/office/drawing/2014/main" val="10002"/>
                  </a:ext>
                </a:extLst>
              </a:tr>
              <a:tr h="575310">
                <a:tc>
                  <a:txBody>
                    <a:bodyPr/>
                    <a:lstStyle/>
                    <a:p>
                      <a:r>
                        <a:rPr sz="1875" b="0">
                          <a:solidFill>
                            <a:srgbClr val="182B3A"/>
                          </a:solidFill>
                        </a:rPr>
                        <a:t>(</a:t>
                      </a:r>
                    </a:p>
                  </a:txBody>
                  <a:tcPr>
                    <a:lnL w="9525">
                      <a:solidFill>
                        <a:srgbClr val="D5DFE6"/>
                      </a:solidFill>
                      <a:prstDash val="soli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FFFFFF"/>
                    </a:solidFill>
                  </a:tcPr>
                </a:tc>
                <a:tc>
                  <a:txBody>
                    <a:bodyPr/>
                    <a:lstStyle/>
                    <a:p>
                      <a:r>
                        <a:rPr sz="1875" b="0">
                          <a:solidFill>
                            <a:srgbClr val="182B3A"/>
                          </a:solidFill>
                        </a:rPr>
                        <a:t>False</a:t>
                      </a:r>
                    </a:p>
                  </a:txBody>
                  <a:tcPr>
                    <a:lnL w="9525" cap="flat" cmpd="sng" algn="ctr">
                      <a:solidFill>
                        <a:srgbClr val="D5DFE6"/>
                      </a:solidFill>
                      <a:prstDash val="solid"/>
                      <a:round/>
                      <a:headEnd type="none" w="med" len="med"/>
                      <a:tailEnd type="none" w="med" len="me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FFFFFF"/>
                    </a:solidFill>
                  </a:tcPr>
                </a:tc>
                <a:tc>
                  <a:txBody>
                    <a:bodyPr/>
                    <a:lstStyle/>
                    <a:p>
                      <a:r>
                        <a:rPr sz="1875" b="0">
                          <a:solidFill>
                            <a:srgbClr val="182B3A"/>
                          </a:solidFill>
                        </a:rPr>
                        <a:t>False</a:t>
                      </a:r>
                    </a:p>
                  </a:txBody>
                  <a:tcPr>
                    <a:lnL w="9525" cap="flat" cmpd="sng" algn="ctr">
                      <a:solidFill>
                        <a:srgbClr val="D5DFE6"/>
                      </a:solidFill>
                      <a:prstDash val="solid"/>
                      <a:round/>
                      <a:headEnd type="none" w="med" len="med"/>
                      <a:tailEnd type="none" w="med" len="me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FFFFFF"/>
                    </a:solidFill>
                  </a:tcPr>
                </a:tc>
                <a:extLst>
                  <a:ext uri="{0D108BD9-81ED-4DB2-BD59-A6C34878D82A}">
                    <a16:rowId xmlns:a16="http://schemas.microsoft.com/office/drawing/2014/main" val="10003"/>
                  </a:ext>
                </a:extLst>
              </a:tr>
              <a:tr h="575310">
                <a:tc>
                  <a:txBody>
                    <a:bodyPr/>
                    <a:lstStyle/>
                    <a:p>
                      <a:r>
                        <a:rPr sz="1875" b="0">
                          <a:solidFill>
                            <a:srgbClr val="182B3A"/>
                          </a:solidFill>
                        </a:rPr>
                        <a:t>(())((()())())</a:t>
                      </a:r>
                    </a:p>
                  </a:txBody>
                  <a:tcPr>
                    <a:lnL w="9525">
                      <a:solidFill>
                        <a:srgbClr val="D5DFE6"/>
                      </a:solidFill>
                      <a:prstDash val="soli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E9F2F4"/>
                    </a:solidFill>
                  </a:tcPr>
                </a:tc>
                <a:tc>
                  <a:txBody>
                    <a:bodyPr/>
                    <a:lstStyle/>
                    <a:p>
                      <a:r>
                        <a:rPr sz="1875" b="0">
                          <a:solidFill>
                            <a:srgbClr val="182B3A"/>
                          </a:solidFill>
                        </a:rPr>
                        <a:t>True</a:t>
                      </a:r>
                    </a:p>
                  </a:txBody>
                  <a:tcPr>
                    <a:lnL w="9525" cap="flat" cmpd="sng" algn="ctr">
                      <a:solidFill>
                        <a:srgbClr val="D5DFE6"/>
                      </a:solidFill>
                      <a:prstDash val="solid"/>
                      <a:round/>
                      <a:headEnd type="none" w="med" len="med"/>
                      <a:tailEnd type="none" w="med" len="me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E9F2F4"/>
                    </a:solidFill>
                  </a:tcPr>
                </a:tc>
                <a:tc>
                  <a:txBody>
                    <a:bodyPr/>
                    <a:lstStyle/>
                    <a:p>
                      <a:r>
                        <a:rPr sz="1875" b="0">
                          <a:solidFill>
                            <a:srgbClr val="182B3A"/>
                          </a:solidFill>
                        </a:rPr>
                        <a:t>True</a:t>
                      </a:r>
                    </a:p>
                  </a:txBody>
                  <a:tcPr>
                    <a:lnL w="9525" cap="flat" cmpd="sng" algn="ctr">
                      <a:solidFill>
                        <a:srgbClr val="D5DFE6"/>
                      </a:solidFill>
                      <a:prstDash val="solid"/>
                      <a:round/>
                      <a:headEnd type="none" w="med" len="med"/>
                      <a:tailEnd type="none" w="med" len="med"/>
                    </a:lnL>
                    <a:lnR w="9525">
                      <a:solidFill>
                        <a:srgbClr val="D5DFE6"/>
                      </a:solidFill>
                      <a:prstDash val="solid"/>
                    </a:lnR>
                    <a:lnT w="9525" cap="flat" cmpd="sng" algn="ctr">
                      <a:solidFill>
                        <a:srgbClr val="D5DFE6"/>
                      </a:solidFill>
                      <a:prstDash val="solid"/>
                      <a:round/>
                      <a:headEnd type="none" w="med" len="med"/>
                      <a:tailEnd type="none" w="med" len="med"/>
                    </a:lnT>
                    <a:lnB w="9525">
                      <a:solidFill>
                        <a:srgbClr val="D5DFE6"/>
                      </a:solidFill>
                      <a:prstDash val="solid"/>
                    </a:lnB>
                    <a:solidFill>
                      <a:srgbClr val="E9F2F4"/>
                    </a:solidFill>
                  </a:tcPr>
                </a:tc>
                <a:extLst>
                  <a:ext uri="{0D108BD9-81ED-4DB2-BD59-A6C34878D82A}">
                    <a16:rowId xmlns:a16="http://schemas.microsoft.com/office/drawing/2014/main" val="10004"/>
                  </a:ext>
                </a:extLst>
              </a:tr>
            </a:tbl>
          </a:graphicData>
        </a:graphic>
      </p:graphicFrame>
      <p:sp>
        <p:nvSpPr>
          <p:cNvPr id="5" name="Прямоугольник 4">
            <a:extLst>
              <a:ext uri="{FF2B5EF4-FFF2-40B4-BE49-F238E27FC236}">
                <a16:creationId xmlns:a16="http://schemas.microsoft.com/office/drawing/2014/main" id="{C1799160-A0DE-4D66-A52A-68253AC95DEE}"/>
              </a:ext>
            </a:extLst>
          </p:cNvPr>
          <p:cNvSpPr>
            <a:spLocks noGrp="1"/>
          </p:cNvSpPr>
          <p:nvPr/>
        </p:nvSpPr>
        <p:spPr>
          <a:xfrm>
            <a:off x="685800" y="4838700"/>
            <a:ext cx="10477500" cy="476250"/>
          </a:xfrm>
          <a:prstGeom prst="rect">
            <a:avLst/>
          </a:prstGeom>
          <a:noFill/>
          <a:ln w="0">
            <a:noFill/>
          </a:ln>
        </p:spPr>
        <p:txBody>
          <a:bodyPr/>
          <a:lstStyle>
            <a:defPPr>
              <a:defRPr sz="2700" b="1">
                <a:solidFill>
                  <a:srgbClr val="007D85"/>
                </a:solidFill>
              </a:defRPr>
            </a:defPPr>
            <a:lvl1pPr>
              <a:buNone/>
              <a:defRPr sz="2700" b="1">
                <a:solidFill>
                  <a:srgbClr val="007D85"/>
                </a:solidFill>
              </a:defRPr>
            </a:lvl1pPr>
            <a:lvl2pPr>
              <a:buNone/>
              <a:defRPr sz="2700" b="1">
                <a:solidFill>
                  <a:srgbClr val="007D85"/>
                </a:solidFill>
              </a:defRPr>
            </a:lvl2pPr>
            <a:lvl3pPr>
              <a:buNone/>
              <a:defRPr sz="2700" b="1">
                <a:solidFill>
                  <a:srgbClr val="007D85"/>
                </a:solidFill>
              </a:defRPr>
            </a:lvl3pPr>
            <a:lvl4pPr>
              <a:buNone/>
              <a:defRPr sz="2700" b="1">
                <a:solidFill>
                  <a:srgbClr val="007D85"/>
                </a:solidFill>
              </a:defRPr>
            </a:lvl4pPr>
            <a:lvl5pPr>
              <a:buNone/>
              <a:defRPr sz="2700" b="1">
                <a:solidFill>
                  <a:srgbClr val="007D85"/>
                </a:solidFill>
              </a:defRPr>
            </a:lvl5pPr>
            <a:lvl6pPr>
              <a:buNone/>
              <a:defRPr sz="2700" b="1">
                <a:solidFill>
                  <a:srgbClr val="007D85"/>
                </a:solidFill>
              </a:defRPr>
            </a:lvl6pPr>
            <a:lvl7pPr>
              <a:buNone/>
              <a:defRPr sz="2700" b="1">
                <a:solidFill>
                  <a:srgbClr val="007D85"/>
                </a:solidFill>
              </a:defRPr>
            </a:lvl7pPr>
            <a:lvl8pPr>
              <a:buNone/>
              <a:defRPr sz="2700" b="1">
                <a:solidFill>
                  <a:srgbClr val="007D85"/>
                </a:solidFill>
              </a:defRPr>
            </a:lvl8pPr>
            <a:lvl9pPr>
              <a:buNone/>
              <a:defRPr sz="2700" b="1">
                <a:solidFill>
                  <a:srgbClr val="007D85"/>
                </a:solidFill>
              </a:defRPr>
            </a:lvl9pPr>
          </a:lstStyle>
          <a:p>
            <a:pPr>
              <a:buNone/>
              <a:defRPr sz="2700" b="1">
                <a:solidFill>
                  <a:srgbClr val="007D85"/>
                </a:solidFill>
              </a:defRPr>
            </a:pPr>
            <a:r>
              <a:rPr sz="2700" b="1">
                <a:solidFill>
                  <a:srgbClr val="007D85"/>
                </a:solidFill>
              </a:rPr>
              <a:t>8 tests passed</a:t>
            </a:r>
          </a:p>
        </p:txBody>
      </p:sp>
      <p:sp>
        <p:nvSpPr>
          <p:cNvPr id="6" name="Прямоугольник 5">
            <a:extLst>
              <a:ext uri="{FF2B5EF4-FFF2-40B4-BE49-F238E27FC236}">
                <a16:creationId xmlns:a16="http://schemas.microsoft.com/office/drawing/2014/main" id="{4D3F7D8C-9485-43B9-83A8-B60FFAFE4AE1}"/>
              </a:ext>
            </a:extLst>
          </p:cNvPr>
          <p:cNvSpPr>
            <a:spLocks noGrp="1"/>
          </p:cNvSpPr>
          <p:nvPr/>
        </p:nvSpPr>
        <p:spPr>
          <a:xfrm>
            <a:off x="685800" y="5467350"/>
            <a:ext cx="10668000" cy="762000"/>
          </a:xfrm>
          <a:prstGeom prst="rect">
            <a:avLst/>
          </a:prstGeom>
          <a:noFill/>
          <a:ln w="0">
            <a:noFill/>
          </a:ln>
        </p:spPr>
        <p:txBody>
          <a:bodyPr/>
          <a:lstStyle>
            <a:defPPr>
              <a:defRPr sz="2175" b="0">
                <a:solidFill>
                  <a:srgbClr val="182B3A"/>
                </a:solidFill>
              </a:defRPr>
            </a:defPPr>
            <a:lvl1pPr>
              <a:buNone/>
              <a:defRPr sz="2175" b="0">
                <a:solidFill>
                  <a:srgbClr val="182B3A"/>
                </a:solidFill>
              </a:defRPr>
            </a:lvl1pPr>
            <a:lvl2pPr>
              <a:buNone/>
              <a:defRPr sz="2175" b="0">
                <a:solidFill>
                  <a:srgbClr val="182B3A"/>
                </a:solidFill>
              </a:defRPr>
            </a:lvl2pPr>
            <a:lvl3pPr>
              <a:buNone/>
              <a:defRPr sz="2175" b="0">
                <a:solidFill>
                  <a:srgbClr val="182B3A"/>
                </a:solidFill>
              </a:defRPr>
            </a:lvl3pPr>
            <a:lvl4pPr>
              <a:buNone/>
              <a:defRPr sz="2175" b="0">
                <a:solidFill>
                  <a:srgbClr val="182B3A"/>
                </a:solidFill>
              </a:defRPr>
            </a:lvl4pPr>
            <a:lvl5pPr>
              <a:buNone/>
              <a:defRPr sz="2175" b="0">
                <a:solidFill>
                  <a:srgbClr val="182B3A"/>
                </a:solidFill>
              </a:defRPr>
            </a:lvl5pPr>
            <a:lvl6pPr>
              <a:buNone/>
              <a:defRPr sz="2175" b="0">
                <a:solidFill>
                  <a:srgbClr val="182B3A"/>
                </a:solidFill>
              </a:defRPr>
            </a:lvl6pPr>
            <a:lvl7pPr>
              <a:buNone/>
              <a:defRPr sz="2175" b="0">
                <a:solidFill>
                  <a:srgbClr val="182B3A"/>
                </a:solidFill>
              </a:defRPr>
            </a:lvl7pPr>
            <a:lvl8pPr>
              <a:buNone/>
              <a:defRPr sz="2175" b="0">
                <a:solidFill>
                  <a:srgbClr val="182B3A"/>
                </a:solidFill>
              </a:defRPr>
            </a:lvl8pPr>
            <a:lvl9pPr>
              <a:buNone/>
              <a:defRPr sz="2175" b="0">
                <a:solidFill>
                  <a:srgbClr val="182B3A"/>
                </a:solidFill>
              </a:defRPr>
            </a:lvl9pPr>
          </a:lstStyle>
          <a:p>
            <a:pPr>
              <a:buNone/>
              <a:defRPr sz="2175" b="0">
                <a:solidFill>
                  <a:srgbClr val="182B3A"/>
                </a:solidFill>
              </a:defRPr>
            </a:pPr>
            <a:r>
              <a:rPr sz="2175" b="0">
                <a:solidFill>
                  <a:srgbClr val="182B3A"/>
                </a:solidFill>
              </a:rPr>
              <a:t>The checks include all four log levels and 511 short parentheses strings.</a:t>
            </a:r>
          </a:p>
        </p:txBody>
      </p:sp>
    </p:spTree>
    <p:extLst>
      <p:ext uri="{BB962C8B-B14F-4D97-AF65-F5344CB8AC3E}">
        <p14:creationId xmlns:p14="http://schemas.microsoft.com/office/powerpoint/2010/main" val="1478356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E311C3EB-15B8-4B35-93CD-5A89CAD86AFD}"/>
              </a:ext>
            </a:extLst>
          </p:cNvPr>
          <p:cNvSpPr>
            <a:spLocks noGrp="1"/>
          </p:cNvSpPr>
          <p:nvPr/>
        </p:nvSpPr>
        <p:spPr>
          <a:xfrm>
            <a:off x="609600" y="419100"/>
            <a:ext cx="10972800" cy="666750"/>
          </a:xfrm>
          <a:prstGeom prst="rect">
            <a:avLst/>
          </a:prstGeom>
          <a:noFill/>
          <a:ln w="0">
            <a:noFill/>
          </a:ln>
        </p:spPr>
        <p:txBody>
          <a:bodyPr/>
          <a:lstStyle>
            <a:defPPr>
              <a:defRPr sz="3300" b="1">
                <a:solidFill>
                  <a:srgbClr val="132D48"/>
                </a:solidFill>
              </a:defRPr>
            </a:defPPr>
            <a:lvl1pPr>
              <a:buNone/>
              <a:defRPr sz="3300" b="1">
                <a:solidFill>
                  <a:srgbClr val="132D48"/>
                </a:solidFill>
              </a:defRPr>
            </a:lvl1pPr>
            <a:lvl2pPr>
              <a:buNone/>
              <a:defRPr sz="3300" b="1">
                <a:solidFill>
                  <a:srgbClr val="132D48"/>
                </a:solidFill>
              </a:defRPr>
            </a:lvl2pPr>
            <a:lvl3pPr>
              <a:buNone/>
              <a:defRPr sz="3300" b="1">
                <a:solidFill>
                  <a:srgbClr val="132D48"/>
                </a:solidFill>
              </a:defRPr>
            </a:lvl3pPr>
            <a:lvl4pPr>
              <a:buNone/>
              <a:defRPr sz="3300" b="1">
                <a:solidFill>
                  <a:srgbClr val="132D48"/>
                </a:solidFill>
              </a:defRPr>
            </a:lvl4pPr>
            <a:lvl5pPr>
              <a:buNone/>
              <a:defRPr sz="3300" b="1">
                <a:solidFill>
                  <a:srgbClr val="132D48"/>
                </a:solidFill>
              </a:defRPr>
            </a:lvl5pPr>
            <a:lvl6pPr>
              <a:buNone/>
              <a:defRPr sz="3300" b="1">
                <a:solidFill>
                  <a:srgbClr val="132D48"/>
                </a:solidFill>
              </a:defRPr>
            </a:lvl6pPr>
            <a:lvl7pPr>
              <a:buNone/>
              <a:defRPr sz="3300" b="1">
                <a:solidFill>
                  <a:srgbClr val="132D48"/>
                </a:solidFill>
              </a:defRPr>
            </a:lvl7pPr>
            <a:lvl8pPr>
              <a:buNone/>
              <a:defRPr sz="3300" b="1">
                <a:solidFill>
                  <a:srgbClr val="132D48"/>
                </a:solidFill>
              </a:defRPr>
            </a:lvl8pPr>
            <a:lvl9pPr>
              <a:buNone/>
              <a:defRPr sz="3300" b="1">
                <a:solidFill>
                  <a:srgbClr val="132D48"/>
                </a:solidFill>
              </a:defRPr>
            </a:lvl9pPr>
          </a:lstStyle>
          <a:p>
            <a:pPr>
              <a:buNone/>
              <a:defRPr sz="3300" b="1">
                <a:solidFill>
                  <a:srgbClr val="132D48"/>
                </a:solidFill>
              </a:defRPr>
            </a:pPr>
            <a:r>
              <a:rPr sz="3300" b="1">
                <a:solidFill>
                  <a:srgbClr val="132D48"/>
                </a:solidFill>
              </a:rPr>
              <a:t>Program demonstration</a:t>
            </a:r>
          </a:p>
        </p:txBody>
      </p:sp>
      <p:sp>
        <p:nvSpPr>
          <p:cNvPr id="3" name="Прямоугольник 2">
            <a:extLst>
              <a:ext uri="{FF2B5EF4-FFF2-40B4-BE49-F238E27FC236}">
                <a16:creationId xmlns:a16="http://schemas.microsoft.com/office/drawing/2014/main" id="{81D967D4-8311-45A5-BC94-B59C9B225E0A}"/>
              </a:ext>
            </a:extLst>
          </p:cNvPr>
          <p:cNvSpPr>
            <a:spLocks noGrp="1"/>
          </p:cNvSpPr>
          <p:nvPr/>
        </p:nvSpPr>
        <p:spPr>
          <a:xfrm>
            <a:off x="11125200" y="6343650"/>
            <a:ext cx="533400" cy="266700"/>
          </a:xfrm>
          <a:prstGeom prst="rect">
            <a:avLst/>
          </a:prstGeom>
          <a:noFill/>
          <a:ln w="0">
            <a:noFill/>
          </a:ln>
        </p:spPr>
        <p:txBody>
          <a:bodyPr/>
          <a:lstStyle>
            <a:defPPr>
              <a:defRPr sz="1350" b="0">
                <a:solidFill>
                  <a:srgbClr val="586875"/>
                </a:solidFill>
              </a:defRPr>
            </a:defPPr>
            <a:lvl1pPr>
              <a:buNone/>
              <a:defRPr sz="1350" b="0">
                <a:solidFill>
                  <a:srgbClr val="586875"/>
                </a:solidFill>
              </a:defRPr>
            </a:lvl1pPr>
            <a:lvl2pPr>
              <a:buNone/>
              <a:defRPr sz="1350" b="0">
                <a:solidFill>
                  <a:srgbClr val="586875"/>
                </a:solidFill>
              </a:defRPr>
            </a:lvl2pPr>
            <a:lvl3pPr>
              <a:buNone/>
              <a:defRPr sz="1350" b="0">
                <a:solidFill>
                  <a:srgbClr val="586875"/>
                </a:solidFill>
              </a:defRPr>
            </a:lvl3pPr>
            <a:lvl4pPr>
              <a:buNone/>
              <a:defRPr sz="1350" b="0">
                <a:solidFill>
                  <a:srgbClr val="586875"/>
                </a:solidFill>
              </a:defRPr>
            </a:lvl4pPr>
            <a:lvl5pPr>
              <a:buNone/>
              <a:defRPr sz="1350" b="0">
                <a:solidFill>
                  <a:srgbClr val="586875"/>
                </a:solidFill>
              </a:defRPr>
            </a:lvl5pPr>
            <a:lvl6pPr>
              <a:buNone/>
              <a:defRPr sz="1350" b="0">
                <a:solidFill>
                  <a:srgbClr val="586875"/>
                </a:solidFill>
              </a:defRPr>
            </a:lvl6pPr>
            <a:lvl7pPr>
              <a:buNone/>
              <a:defRPr sz="1350" b="0">
                <a:solidFill>
                  <a:srgbClr val="586875"/>
                </a:solidFill>
              </a:defRPr>
            </a:lvl7pPr>
            <a:lvl8pPr>
              <a:buNone/>
              <a:defRPr sz="1350" b="0">
                <a:solidFill>
                  <a:srgbClr val="586875"/>
                </a:solidFill>
              </a:defRPr>
            </a:lvl8pPr>
            <a:lvl9pPr>
              <a:buNone/>
              <a:defRPr sz="1350" b="0">
                <a:solidFill>
                  <a:srgbClr val="586875"/>
                </a:solidFill>
              </a:defRPr>
            </a:lvl9pPr>
          </a:lstStyle>
          <a:p>
            <a:pPr>
              <a:buNone/>
              <a:defRPr sz="1350" b="0">
                <a:solidFill>
                  <a:srgbClr val="586875"/>
                </a:solidFill>
              </a:defRPr>
            </a:pPr>
            <a:r>
              <a:rPr sz="1350" b="0">
                <a:solidFill>
                  <a:srgbClr val="586875"/>
                </a:solidFill>
              </a:rPr>
              <a:t>09</a:t>
            </a:r>
          </a:p>
        </p:txBody>
      </p:sp>
      <p:sp>
        <p:nvSpPr>
          <p:cNvPr id="4" name="Прямоугольник 3">
            <a:extLst>
              <a:ext uri="{FF2B5EF4-FFF2-40B4-BE49-F238E27FC236}">
                <a16:creationId xmlns:a16="http://schemas.microsoft.com/office/drawing/2014/main" id="{42402903-8724-4174-9F27-7FA734B9DC43}"/>
              </a:ext>
            </a:extLst>
          </p:cNvPr>
          <p:cNvSpPr>
            <a:spLocks noGrp="1"/>
          </p:cNvSpPr>
          <p:nvPr/>
        </p:nvSpPr>
        <p:spPr>
          <a:xfrm>
            <a:off x="685800" y="1495425"/>
            <a:ext cx="10820400" cy="514350"/>
          </a:xfrm>
          <a:prstGeom prst="rect">
            <a:avLst/>
          </a:prstGeom>
          <a:noFill/>
          <a:ln w="0">
            <a:noFill/>
          </a:ln>
        </p:spPr>
        <p:txBody>
          <a:bodyPr/>
          <a:lstStyle>
            <a:defPPr>
              <a:defRPr sz="2700" b="1">
                <a:solidFill>
                  <a:srgbClr val="132D48"/>
                </a:solidFill>
              </a:defRPr>
            </a:defPPr>
            <a:lvl1pPr>
              <a:buNone/>
              <a:defRPr sz="2700" b="1">
                <a:solidFill>
                  <a:srgbClr val="132D48"/>
                </a:solidFill>
              </a:defRPr>
            </a:lvl1pPr>
            <a:lvl2pPr>
              <a:buNone/>
              <a:defRPr sz="2700" b="1">
                <a:solidFill>
                  <a:srgbClr val="132D48"/>
                </a:solidFill>
              </a:defRPr>
            </a:lvl2pPr>
            <a:lvl3pPr>
              <a:buNone/>
              <a:defRPr sz="2700" b="1">
                <a:solidFill>
                  <a:srgbClr val="132D48"/>
                </a:solidFill>
              </a:defRPr>
            </a:lvl3pPr>
            <a:lvl4pPr>
              <a:buNone/>
              <a:defRPr sz="2700" b="1">
                <a:solidFill>
                  <a:srgbClr val="132D48"/>
                </a:solidFill>
              </a:defRPr>
            </a:lvl4pPr>
            <a:lvl5pPr>
              <a:buNone/>
              <a:defRPr sz="2700" b="1">
                <a:solidFill>
                  <a:srgbClr val="132D48"/>
                </a:solidFill>
              </a:defRPr>
            </a:lvl5pPr>
            <a:lvl6pPr>
              <a:buNone/>
              <a:defRPr sz="2700" b="1">
                <a:solidFill>
                  <a:srgbClr val="132D48"/>
                </a:solidFill>
              </a:defRPr>
            </a:lvl6pPr>
            <a:lvl7pPr>
              <a:buNone/>
              <a:defRPr sz="2700" b="1">
                <a:solidFill>
                  <a:srgbClr val="132D48"/>
                </a:solidFill>
              </a:defRPr>
            </a:lvl7pPr>
            <a:lvl8pPr>
              <a:buNone/>
              <a:defRPr sz="2700" b="1">
                <a:solidFill>
                  <a:srgbClr val="132D48"/>
                </a:solidFill>
              </a:defRPr>
            </a:lvl8pPr>
            <a:lvl9pPr>
              <a:buNone/>
              <a:defRPr sz="2700" b="1">
                <a:solidFill>
                  <a:srgbClr val="132D48"/>
                </a:solidFill>
              </a:defRPr>
            </a:lvl9pPr>
          </a:lstStyle>
          <a:p>
            <a:pPr>
              <a:buNone/>
              <a:defRPr sz="2700" b="1">
                <a:solidFill>
                  <a:srgbClr val="132D48"/>
                </a:solidFill>
              </a:defRPr>
            </a:pPr>
            <a:r>
              <a:rPr sz="2700" b="1">
                <a:solidFill>
                  <a:srgbClr val="132D48"/>
                </a:solidFill>
              </a:rPr>
              <a:t>1   Open START.cmd</a:t>
            </a:r>
          </a:p>
        </p:txBody>
      </p:sp>
      <p:sp>
        <p:nvSpPr>
          <p:cNvPr id="5" name="Прямоугольник 4">
            <a:extLst>
              <a:ext uri="{FF2B5EF4-FFF2-40B4-BE49-F238E27FC236}">
                <a16:creationId xmlns:a16="http://schemas.microsoft.com/office/drawing/2014/main" id="{BF1B0A18-E7EC-4837-9095-3F2B90245CC7}"/>
              </a:ext>
            </a:extLst>
          </p:cNvPr>
          <p:cNvSpPr>
            <a:spLocks noGrp="1"/>
          </p:cNvSpPr>
          <p:nvPr/>
        </p:nvSpPr>
        <p:spPr>
          <a:xfrm>
            <a:off x="685800" y="2333625"/>
            <a:ext cx="10820400" cy="514350"/>
          </a:xfrm>
          <a:prstGeom prst="rect">
            <a:avLst/>
          </a:prstGeom>
          <a:noFill/>
          <a:ln w="0">
            <a:noFill/>
          </a:ln>
        </p:spPr>
        <p:txBody>
          <a:bodyPr/>
          <a:lstStyle>
            <a:defPPr>
              <a:defRPr sz="2700" b="1">
                <a:solidFill>
                  <a:srgbClr val="132D48"/>
                </a:solidFill>
              </a:defRPr>
            </a:defPPr>
            <a:lvl1pPr>
              <a:buNone/>
              <a:defRPr sz="2700" b="1">
                <a:solidFill>
                  <a:srgbClr val="132D48"/>
                </a:solidFill>
              </a:defRPr>
            </a:lvl1pPr>
            <a:lvl2pPr>
              <a:buNone/>
              <a:defRPr sz="2700" b="1">
                <a:solidFill>
                  <a:srgbClr val="132D48"/>
                </a:solidFill>
              </a:defRPr>
            </a:lvl2pPr>
            <a:lvl3pPr>
              <a:buNone/>
              <a:defRPr sz="2700" b="1">
                <a:solidFill>
                  <a:srgbClr val="132D48"/>
                </a:solidFill>
              </a:defRPr>
            </a:lvl3pPr>
            <a:lvl4pPr>
              <a:buNone/>
              <a:defRPr sz="2700" b="1">
                <a:solidFill>
                  <a:srgbClr val="132D48"/>
                </a:solidFill>
              </a:defRPr>
            </a:lvl4pPr>
            <a:lvl5pPr>
              <a:buNone/>
              <a:defRPr sz="2700" b="1">
                <a:solidFill>
                  <a:srgbClr val="132D48"/>
                </a:solidFill>
              </a:defRPr>
            </a:lvl5pPr>
            <a:lvl6pPr>
              <a:buNone/>
              <a:defRPr sz="2700" b="1">
                <a:solidFill>
                  <a:srgbClr val="132D48"/>
                </a:solidFill>
              </a:defRPr>
            </a:lvl6pPr>
            <a:lvl7pPr>
              <a:buNone/>
              <a:defRPr sz="2700" b="1">
                <a:solidFill>
                  <a:srgbClr val="132D48"/>
                </a:solidFill>
              </a:defRPr>
            </a:lvl7pPr>
            <a:lvl8pPr>
              <a:buNone/>
              <a:defRPr sz="2700" b="1">
                <a:solidFill>
                  <a:srgbClr val="132D48"/>
                </a:solidFill>
              </a:defRPr>
            </a:lvl8pPr>
            <a:lvl9pPr>
              <a:buNone/>
              <a:defRPr sz="2700" b="1">
                <a:solidFill>
                  <a:srgbClr val="132D48"/>
                </a:solidFill>
              </a:defRPr>
            </a:lvl9pPr>
          </a:lstStyle>
          <a:p>
            <a:pPr>
              <a:buNone/>
              <a:defRPr sz="2700" b="1">
                <a:solidFill>
                  <a:srgbClr val="132D48"/>
                </a:solidFill>
              </a:defRPr>
            </a:pPr>
            <a:r>
              <a:rPr sz="2700" b="1">
                <a:solidFill>
                  <a:srgbClr val="132D48"/>
                </a:solidFill>
              </a:rPr>
              <a:t>2   Enter (()) and press Enter</a:t>
            </a:r>
          </a:p>
        </p:txBody>
      </p:sp>
      <p:sp>
        <p:nvSpPr>
          <p:cNvPr id="6" name="Прямоугольник 5">
            <a:extLst>
              <a:ext uri="{FF2B5EF4-FFF2-40B4-BE49-F238E27FC236}">
                <a16:creationId xmlns:a16="http://schemas.microsoft.com/office/drawing/2014/main" id="{E4C02E65-8272-4D6A-ABEC-145908D3A907}"/>
              </a:ext>
            </a:extLst>
          </p:cNvPr>
          <p:cNvSpPr>
            <a:spLocks noGrp="1"/>
          </p:cNvSpPr>
          <p:nvPr/>
        </p:nvSpPr>
        <p:spPr>
          <a:xfrm>
            <a:off x="685800" y="3171825"/>
            <a:ext cx="10820400" cy="514350"/>
          </a:xfrm>
          <a:prstGeom prst="rect">
            <a:avLst/>
          </a:prstGeom>
          <a:noFill/>
          <a:ln w="0">
            <a:noFill/>
          </a:ln>
        </p:spPr>
        <p:txBody>
          <a:bodyPr/>
          <a:lstStyle>
            <a:defPPr>
              <a:defRPr sz="2700" b="1">
                <a:solidFill>
                  <a:srgbClr val="132D48"/>
                </a:solidFill>
              </a:defRPr>
            </a:defPPr>
            <a:lvl1pPr>
              <a:buNone/>
              <a:defRPr sz="2700" b="1">
                <a:solidFill>
                  <a:srgbClr val="132D48"/>
                </a:solidFill>
              </a:defRPr>
            </a:lvl1pPr>
            <a:lvl2pPr>
              <a:buNone/>
              <a:defRPr sz="2700" b="1">
                <a:solidFill>
                  <a:srgbClr val="132D48"/>
                </a:solidFill>
              </a:defRPr>
            </a:lvl2pPr>
            <a:lvl3pPr>
              <a:buNone/>
              <a:defRPr sz="2700" b="1">
                <a:solidFill>
                  <a:srgbClr val="132D48"/>
                </a:solidFill>
              </a:defRPr>
            </a:lvl3pPr>
            <a:lvl4pPr>
              <a:buNone/>
              <a:defRPr sz="2700" b="1">
                <a:solidFill>
                  <a:srgbClr val="132D48"/>
                </a:solidFill>
              </a:defRPr>
            </a:lvl4pPr>
            <a:lvl5pPr>
              <a:buNone/>
              <a:defRPr sz="2700" b="1">
                <a:solidFill>
                  <a:srgbClr val="132D48"/>
                </a:solidFill>
              </a:defRPr>
            </a:lvl5pPr>
            <a:lvl6pPr>
              <a:buNone/>
              <a:defRPr sz="2700" b="1">
                <a:solidFill>
                  <a:srgbClr val="132D48"/>
                </a:solidFill>
              </a:defRPr>
            </a:lvl6pPr>
            <a:lvl7pPr>
              <a:buNone/>
              <a:defRPr sz="2700" b="1">
                <a:solidFill>
                  <a:srgbClr val="132D48"/>
                </a:solidFill>
              </a:defRPr>
            </a:lvl7pPr>
            <a:lvl8pPr>
              <a:buNone/>
              <a:defRPr sz="2700" b="1">
                <a:solidFill>
                  <a:srgbClr val="132D48"/>
                </a:solidFill>
              </a:defRPr>
            </a:lvl8pPr>
            <a:lvl9pPr>
              <a:buNone/>
              <a:defRPr sz="2700" b="1">
                <a:solidFill>
                  <a:srgbClr val="132D48"/>
                </a:solidFill>
              </a:defRPr>
            </a:lvl9pPr>
          </a:lstStyle>
          <a:p>
            <a:pPr>
              <a:buNone/>
              <a:defRPr sz="2700" b="1">
                <a:solidFill>
                  <a:srgbClr val="132D48"/>
                </a:solidFill>
              </a:defRPr>
            </a:pPr>
            <a:r>
              <a:rPr sz="2700" b="1">
                <a:solidFill>
                  <a:srgbClr val="132D48"/>
                </a:solidFill>
              </a:rPr>
              <a:t>3   Try (() and )( to see errors</a:t>
            </a:r>
          </a:p>
        </p:txBody>
      </p:sp>
      <p:sp>
        <p:nvSpPr>
          <p:cNvPr id="7" name="Прямоугольник 6">
            <a:extLst>
              <a:ext uri="{FF2B5EF4-FFF2-40B4-BE49-F238E27FC236}">
                <a16:creationId xmlns:a16="http://schemas.microsoft.com/office/drawing/2014/main" id="{F7591859-605B-4450-B097-8FB2DDE330C7}"/>
              </a:ext>
            </a:extLst>
          </p:cNvPr>
          <p:cNvSpPr>
            <a:spLocks noGrp="1"/>
          </p:cNvSpPr>
          <p:nvPr/>
        </p:nvSpPr>
        <p:spPr>
          <a:xfrm>
            <a:off x="685800" y="4010025"/>
            <a:ext cx="10820400" cy="514350"/>
          </a:xfrm>
          <a:prstGeom prst="rect">
            <a:avLst/>
          </a:prstGeom>
          <a:noFill/>
          <a:ln w="0">
            <a:noFill/>
          </a:ln>
        </p:spPr>
        <p:txBody>
          <a:bodyPr/>
          <a:lstStyle>
            <a:defPPr>
              <a:defRPr sz="2700" b="1">
                <a:solidFill>
                  <a:srgbClr val="132D48"/>
                </a:solidFill>
              </a:defRPr>
            </a:defPPr>
            <a:lvl1pPr>
              <a:buNone/>
              <a:defRPr sz="2700" b="1">
                <a:solidFill>
                  <a:srgbClr val="132D48"/>
                </a:solidFill>
              </a:defRPr>
            </a:lvl1pPr>
            <a:lvl2pPr>
              <a:buNone/>
              <a:defRPr sz="2700" b="1">
                <a:solidFill>
                  <a:srgbClr val="132D48"/>
                </a:solidFill>
              </a:defRPr>
            </a:lvl2pPr>
            <a:lvl3pPr>
              <a:buNone/>
              <a:defRPr sz="2700" b="1">
                <a:solidFill>
                  <a:srgbClr val="132D48"/>
                </a:solidFill>
              </a:defRPr>
            </a:lvl3pPr>
            <a:lvl4pPr>
              <a:buNone/>
              <a:defRPr sz="2700" b="1">
                <a:solidFill>
                  <a:srgbClr val="132D48"/>
                </a:solidFill>
              </a:defRPr>
            </a:lvl4pPr>
            <a:lvl5pPr>
              <a:buNone/>
              <a:defRPr sz="2700" b="1">
                <a:solidFill>
                  <a:srgbClr val="132D48"/>
                </a:solidFill>
              </a:defRPr>
            </a:lvl5pPr>
            <a:lvl6pPr>
              <a:buNone/>
              <a:defRPr sz="2700" b="1">
                <a:solidFill>
                  <a:srgbClr val="132D48"/>
                </a:solidFill>
              </a:defRPr>
            </a:lvl6pPr>
            <a:lvl7pPr>
              <a:buNone/>
              <a:defRPr sz="2700" b="1">
                <a:solidFill>
                  <a:srgbClr val="132D48"/>
                </a:solidFill>
              </a:defRPr>
            </a:lvl7pPr>
            <a:lvl8pPr>
              <a:buNone/>
              <a:defRPr sz="2700" b="1">
                <a:solidFill>
                  <a:srgbClr val="132D48"/>
                </a:solidFill>
              </a:defRPr>
            </a:lvl8pPr>
            <a:lvl9pPr>
              <a:buNone/>
              <a:defRPr sz="2700" b="1">
                <a:solidFill>
                  <a:srgbClr val="132D48"/>
                </a:solidFill>
              </a:defRPr>
            </a:lvl9pPr>
          </a:lstStyle>
          <a:p>
            <a:pPr>
              <a:buNone/>
              <a:defRPr sz="2700" b="1">
                <a:solidFill>
                  <a:srgbClr val="132D48"/>
                </a:solidFill>
              </a:defRPr>
            </a:pPr>
            <a:r>
              <a:rPr sz="2700" b="1">
                <a:solidFill>
                  <a:srgbClr val="132D48"/>
                </a:solidFill>
              </a:rPr>
              <a:t>4   Enter q to close the program</a:t>
            </a:r>
          </a:p>
        </p:txBody>
      </p:sp>
      <p:sp>
        <p:nvSpPr>
          <p:cNvPr id="8" name="Прямоугольник 7">
            <a:extLst>
              <a:ext uri="{FF2B5EF4-FFF2-40B4-BE49-F238E27FC236}">
                <a16:creationId xmlns:a16="http://schemas.microsoft.com/office/drawing/2014/main" id="{9B4DC3BC-B543-47C7-88C5-DAC6E99FF567}"/>
              </a:ext>
            </a:extLst>
          </p:cNvPr>
          <p:cNvSpPr>
            <a:spLocks noGrp="1"/>
          </p:cNvSpPr>
          <p:nvPr/>
        </p:nvSpPr>
        <p:spPr>
          <a:xfrm>
            <a:off x="685800" y="5076825"/>
            <a:ext cx="10477500" cy="438150"/>
          </a:xfrm>
          <a:prstGeom prst="rect">
            <a:avLst/>
          </a:prstGeom>
          <a:noFill/>
          <a:ln w="0">
            <a:noFill/>
          </a:ln>
        </p:spPr>
        <p:txBody>
          <a:bodyPr/>
          <a:lstStyle>
            <a:defPPr>
              <a:defRPr sz="2250" b="1">
                <a:solidFill>
                  <a:srgbClr val="007D85"/>
                </a:solidFill>
              </a:defRPr>
            </a:defPPr>
            <a:lvl1pPr>
              <a:buNone/>
              <a:defRPr sz="2250" b="1">
                <a:solidFill>
                  <a:srgbClr val="007D85"/>
                </a:solidFill>
              </a:defRPr>
            </a:lvl1pPr>
            <a:lvl2pPr>
              <a:buNone/>
              <a:defRPr sz="2250" b="1">
                <a:solidFill>
                  <a:srgbClr val="007D85"/>
                </a:solidFill>
              </a:defRPr>
            </a:lvl2pPr>
            <a:lvl3pPr>
              <a:buNone/>
              <a:defRPr sz="2250" b="1">
                <a:solidFill>
                  <a:srgbClr val="007D85"/>
                </a:solidFill>
              </a:defRPr>
            </a:lvl3pPr>
            <a:lvl4pPr>
              <a:buNone/>
              <a:defRPr sz="2250" b="1">
                <a:solidFill>
                  <a:srgbClr val="007D85"/>
                </a:solidFill>
              </a:defRPr>
            </a:lvl4pPr>
            <a:lvl5pPr>
              <a:buNone/>
              <a:defRPr sz="2250" b="1">
                <a:solidFill>
                  <a:srgbClr val="007D85"/>
                </a:solidFill>
              </a:defRPr>
            </a:lvl5pPr>
            <a:lvl6pPr>
              <a:buNone/>
              <a:defRPr sz="2250" b="1">
                <a:solidFill>
                  <a:srgbClr val="007D85"/>
                </a:solidFill>
              </a:defRPr>
            </a:lvl6pPr>
            <a:lvl7pPr>
              <a:buNone/>
              <a:defRPr sz="2250" b="1">
                <a:solidFill>
                  <a:srgbClr val="007D85"/>
                </a:solidFill>
              </a:defRPr>
            </a:lvl7pPr>
            <a:lvl8pPr>
              <a:buNone/>
              <a:defRPr sz="2250" b="1">
                <a:solidFill>
                  <a:srgbClr val="007D85"/>
                </a:solidFill>
              </a:defRPr>
            </a:lvl8pPr>
            <a:lvl9pPr>
              <a:buNone/>
              <a:defRPr sz="2250" b="1">
                <a:solidFill>
                  <a:srgbClr val="007D85"/>
                </a:solidFill>
              </a:defRPr>
            </a:lvl9pPr>
          </a:lstStyle>
          <a:p>
            <a:pPr>
              <a:buNone/>
              <a:defRPr sz="2250" b="1">
                <a:solidFill>
                  <a:srgbClr val="007D85"/>
                </a:solidFill>
              </a:defRPr>
            </a:pPr>
            <a:r>
              <a:rPr sz="2250" b="1">
                <a:solidFill>
                  <a:srgbClr val="007D85"/>
                </a:solidFill>
              </a:rPr>
              <a:t>Design: each class has a clear job.</a:t>
            </a:r>
          </a:p>
        </p:txBody>
      </p:sp>
      <p:sp>
        <p:nvSpPr>
          <p:cNvPr id="9" name="Прямоугольник 8">
            <a:extLst>
              <a:ext uri="{FF2B5EF4-FFF2-40B4-BE49-F238E27FC236}">
                <a16:creationId xmlns:a16="http://schemas.microsoft.com/office/drawing/2014/main" id="{EDC19D8C-41FA-4A51-A95F-516DE549C500}"/>
              </a:ext>
            </a:extLst>
          </p:cNvPr>
          <p:cNvSpPr>
            <a:spLocks noGrp="1"/>
          </p:cNvSpPr>
          <p:nvPr/>
        </p:nvSpPr>
        <p:spPr>
          <a:xfrm>
            <a:off x="685800" y="5657850"/>
            <a:ext cx="10477500" cy="438150"/>
          </a:xfrm>
          <a:prstGeom prst="rect">
            <a:avLst/>
          </a:prstGeom>
          <a:noFill/>
          <a:ln w="0">
            <a:noFill/>
          </a:ln>
        </p:spPr>
        <p:txBody>
          <a:bodyPr/>
          <a:lstStyle>
            <a:defPPr>
              <a:defRPr sz="2100" b="0">
                <a:solidFill>
                  <a:srgbClr val="586875"/>
                </a:solidFill>
              </a:defRPr>
            </a:defPPr>
            <a:lvl1pPr>
              <a:buNone/>
              <a:defRPr sz="2100" b="0">
                <a:solidFill>
                  <a:srgbClr val="586875"/>
                </a:solidFill>
              </a:defRPr>
            </a:lvl1pPr>
            <a:lvl2pPr>
              <a:buNone/>
              <a:defRPr sz="2100" b="0">
                <a:solidFill>
                  <a:srgbClr val="586875"/>
                </a:solidFill>
              </a:defRPr>
            </a:lvl2pPr>
            <a:lvl3pPr>
              <a:buNone/>
              <a:defRPr sz="2100" b="0">
                <a:solidFill>
                  <a:srgbClr val="586875"/>
                </a:solidFill>
              </a:defRPr>
            </a:lvl3pPr>
            <a:lvl4pPr>
              <a:buNone/>
              <a:defRPr sz="2100" b="0">
                <a:solidFill>
                  <a:srgbClr val="586875"/>
                </a:solidFill>
              </a:defRPr>
            </a:lvl4pPr>
            <a:lvl5pPr>
              <a:buNone/>
              <a:defRPr sz="2100" b="0">
                <a:solidFill>
                  <a:srgbClr val="586875"/>
                </a:solidFill>
              </a:defRPr>
            </a:lvl5pPr>
            <a:lvl6pPr>
              <a:buNone/>
              <a:defRPr sz="2100" b="0">
                <a:solidFill>
                  <a:srgbClr val="586875"/>
                </a:solidFill>
              </a:defRPr>
            </a:lvl6pPr>
            <a:lvl7pPr>
              <a:buNone/>
              <a:defRPr sz="2100" b="0">
                <a:solidFill>
                  <a:srgbClr val="586875"/>
                </a:solidFill>
              </a:defRPr>
            </a:lvl7pPr>
            <a:lvl8pPr>
              <a:buNone/>
              <a:defRPr sz="2100" b="0">
                <a:solidFill>
                  <a:srgbClr val="586875"/>
                </a:solidFill>
              </a:defRPr>
            </a:lvl8pPr>
            <a:lvl9pPr>
              <a:buNone/>
              <a:defRPr sz="2100" b="0">
                <a:solidFill>
                  <a:srgbClr val="586875"/>
                </a:solidFill>
              </a:defRPr>
            </a:lvl9pPr>
          </a:lstStyle>
          <a:p>
            <a:pPr>
              <a:buNone/>
              <a:defRPr sz="2100" b="0">
                <a:solidFill>
                  <a:srgbClr val="586875"/>
                </a:solidFill>
              </a:defRPr>
            </a:pPr>
            <a:r>
              <a:rPr sz="2100" b="0">
                <a:solidFill>
                  <a:srgbClr val="586875"/>
                </a:solidFill>
              </a:rPr>
              <a:t>Possible improvement: save logs to a file.</a:t>
            </a:r>
          </a:p>
        </p:txBody>
      </p:sp>
    </p:spTree>
    <p:extLst>
      <p:ext uri="{BB962C8B-B14F-4D97-AF65-F5344CB8AC3E}">
        <p14:creationId xmlns:p14="http://schemas.microsoft.com/office/powerpoint/2010/main" val="7901032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1420</Words>
  <Application>Microsoft Office PowerPoint</Application>
  <DocSecurity>0</DocSecurity>
  <PresentationFormat>Широкоэкранный</PresentationFormat>
  <Paragraphs>181</Paragraphs>
  <Slides>9</Slides>
  <Notes>9</Notes>
  <HiddenSlides>0</HiddenSlides>
  <MMClips>0</MMClips>
  <ScaleCrop>false</ScaleCrop>
  <HeadingPairs>
    <vt:vector size="6" baseType="variant">
      <vt:variant>
        <vt:lpstr>Использованные шрифты</vt:lpstr>
      </vt:variant>
      <vt:variant>
        <vt:i4>1</vt:i4>
      </vt:variant>
      <vt:variant>
        <vt:lpstr>Тема</vt:lpstr>
      </vt:variant>
      <vt:variant>
        <vt:i4>1</vt:i4>
      </vt:variant>
      <vt:variant>
        <vt:lpstr>Заголовки слайдов</vt:lpstr>
      </vt:variant>
      <vt:variant>
        <vt:i4>9</vt:i4>
      </vt:variant>
    </vt:vector>
  </HeadingPairs>
  <TitlesOfParts>
    <vt:vector size="11" baseType="lpstr">
      <vt:lpstr>Aptos</vt:lpstr>
      <vt:lpstr>ChatGPT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Har Kion</cp:lastModifiedBy>
  <cp:revision>1</cp:revision>
  <dcterms:created xsi:type="dcterms:W3CDTF">2026-10-28T17:10:03Z</dcterms:created>
  <dcterms:modified xsi:type="dcterms:W3CDTF">2026-10-28T17:10:28Z</dcterms:modified>
</cp:coreProperties>
</file>